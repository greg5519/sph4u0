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33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Relative Motion Debrief  – Sep 27</a:t>
            </a:r>
            <a:br>
              <a:rPr lang="en-US" dirty="0" smtClean="0"/>
            </a:br>
            <a:r>
              <a:rPr lang="en-US" dirty="0" smtClean="0"/>
              <a:t>(Kinematics Day 11C)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Agenda</a:t>
            </a:r>
          </a:p>
          <a:p>
            <a:pPr lvl="1"/>
            <a:r>
              <a:rPr lang="en-CA" dirty="0" smtClean="0"/>
              <a:t>Unit Schedule Update</a:t>
            </a:r>
          </a:p>
          <a:p>
            <a:pPr lvl="1"/>
            <a:r>
              <a:rPr lang="en-CA" dirty="0" smtClean="0"/>
              <a:t>Presentations: Key Velocity Questions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Objectives</a:t>
            </a:r>
          </a:p>
          <a:p>
            <a:pPr lvl="1"/>
            <a:r>
              <a:rPr lang="en-CA" dirty="0" smtClean="0"/>
              <a:t>To review the impact of frames of reference on motion problems.</a:t>
            </a:r>
          </a:p>
          <a:p>
            <a:pPr lvl="1"/>
            <a:r>
              <a:rPr lang="en-CA" dirty="0" smtClean="0"/>
              <a:t>To review and practice river crossing type problems.</a:t>
            </a:r>
          </a:p>
          <a:p>
            <a:pPr lvl="1"/>
            <a:r>
              <a:rPr lang="en-CA" dirty="0" smtClean="0"/>
              <a:t>To review and practice air navigation type problems.</a:t>
            </a:r>
          </a:p>
          <a:p>
            <a:pPr lvl="1"/>
            <a:r>
              <a:rPr lang="en-CA" dirty="0" smtClean="0"/>
              <a:t>To review and practice centripetal acceleration type problems.</a:t>
            </a:r>
          </a:p>
          <a:p>
            <a:pPr lvl="1"/>
            <a:endParaRPr lang="en-CA" dirty="0" smtClean="0"/>
          </a:p>
          <a:p>
            <a:pPr lvl="1"/>
            <a:endParaRPr lang="en-US" dirty="0" smtClean="0"/>
          </a:p>
          <a:p>
            <a:r>
              <a:rPr lang="en-US" dirty="0" smtClean="0"/>
              <a:t>Upcoming</a:t>
            </a:r>
          </a:p>
          <a:p>
            <a:pPr lvl="1"/>
            <a:r>
              <a:rPr lang="en-CA" sz="2600" dirty="0" smtClean="0"/>
              <a:t>TOMORROW : QUIZ – 2D Motion &amp; Circular Motion</a:t>
            </a:r>
            <a:endParaRPr lang="en-US" sz="2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Unit Schedule Update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 smtClean="0"/>
              <a:t>Wed. Sep 28</a:t>
            </a:r>
          </a:p>
          <a:p>
            <a:pPr lvl="1"/>
            <a:r>
              <a:rPr lang="en-US" dirty="0" smtClean="0"/>
              <a:t>Quiz: 2D Displacement &amp; Relative Velocity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Thu. Sep 29</a:t>
            </a:r>
          </a:p>
          <a:p>
            <a:pPr lvl="1"/>
            <a:r>
              <a:rPr lang="en-US" dirty="0" smtClean="0"/>
              <a:t>Centripetal Acceleration Lab</a:t>
            </a:r>
          </a:p>
          <a:p>
            <a:pPr lvl="1"/>
            <a:r>
              <a:rPr lang="en-US" b="1" dirty="0" smtClean="0"/>
              <a:t>DUE: Mon. Oct 10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Fri. Sep 30</a:t>
            </a:r>
          </a:p>
          <a:p>
            <a:pPr lvl="1"/>
            <a:r>
              <a:rPr lang="en-US" dirty="0" smtClean="0"/>
              <a:t>Projectile Motion Lesson (Supply Day)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Mon. Oct 03</a:t>
            </a:r>
          </a:p>
          <a:p>
            <a:pPr lvl="1"/>
            <a:r>
              <a:rPr lang="en-US" dirty="0" smtClean="0"/>
              <a:t>Projectile Motion Investigation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Tue. Oct 04</a:t>
            </a:r>
          </a:p>
          <a:p>
            <a:pPr lvl="1"/>
            <a:r>
              <a:rPr lang="en-US" dirty="0" smtClean="0"/>
              <a:t>Review For Test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Wed. Oct 05</a:t>
            </a:r>
          </a:p>
          <a:p>
            <a:pPr lvl="1"/>
            <a:r>
              <a:rPr lang="en-US" b="1" dirty="0" smtClean="0"/>
              <a:t>Kinematics Unit Test</a:t>
            </a:r>
            <a:endParaRPr lang="en-US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124</Words>
  <Application>Microsoft Office PowerPoint</Application>
  <PresentationFormat>On-screen Show (4:3)</PresentationFormat>
  <Paragraphs>33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Relative Motion Debrief  – Sep 27 (Kinematics Day 11C)</vt:lpstr>
      <vt:lpstr>Unit Schedule Update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 Day – Sep 06</dc:title>
  <dc:creator>Greg</dc:creator>
  <cp:lastModifiedBy>Nestor, Gregory</cp:lastModifiedBy>
  <cp:revision>61</cp:revision>
  <dcterms:created xsi:type="dcterms:W3CDTF">2006-08-16T00:00:00Z</dcterms:created>
  <dcterms:modified xsi:type="dcterms:W3CDTF">2016-09-27T16:30:12Z</dcterms:modified>
</cp:coreProperties>
</file>