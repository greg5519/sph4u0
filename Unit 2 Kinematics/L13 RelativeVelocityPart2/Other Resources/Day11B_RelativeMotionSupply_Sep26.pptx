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5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Relative Motion Catch-Up  </a:t>
            </a:r>
            <a:r>
              <a:rPr lang="en-US" dirty="0" smtClean="0"/>
              <a:t>– Sep </a:t>
            </a:r>
            <a:r>
              <a:rPr lang="en-US" dirty="0" smtClean="0"/>
              <a:t>26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(Kinematics Day </a:t>
            </a:r>
            <a:r>
              <a:rPr lang="en-US" dirty="0" smtClean="0"/>
              <a:t>11B)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Supply Day</a:t>
            </a:r>
            <a:endParaRPr lang="en-CA" dirty="0" smtClean="0"/>
          </a:p>
          <a:p>
            <a:pPr lvl="1"/>
            <a:r>
              <a:rPr lang="en-CA" dirty="0" smtClean="0"/>
              <a:t>Worksheet</a:t>
            </a:r>
            <a:r>
              <a:rPr lang="en-CA" dirty="0" smtClean="0"/>
              <a:t>: </a:t>
            </a:r>
            <a:r>
              <a:rPr lang="en-CA" dirty="0" smtClean="0"/>
              <a:t>Key Velocity Questions</a:t>
            </a:r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</a:t>
            </a:r>
            <a:r>
              <a:rPr lang="en-CA" dirty="0" smtClean="0"/>
              <a:t>review the impact of frames of reference on motion problems.</a:t>
            </a:r>
            <a:endParaRPr lang="en-CA" dirty="0" smtClean="0"/>
          </a:p>
          <a:p>
            <a:pPr lvl="1"/>
            <a:r>
              <a:rPr lang="en-CA" dirty="0" smtClean="0"/>
              <a:t>To review </a:t>
            </a:r>
            <a:r>
              <a:rPr lang="en-CA" dirty="0" smtClean="0"/>
              <a:t>and practice river crossing type problems.</a:t>
            </a:r>
          </a:p>
          <a:p>
            <a:pPr lvl="1"/>
            <a:r>
              <a:rPr lang="en-CA" dirty="0" smtClean="0"/>
              <a:t>To review and practice </a:t>
            </a:r>
            <a:r>
              <a:rPr lang="en-CA" dirty="0" smtClean="0"/>
              <a:t>air navigation type </a:t>
            </a:r>
            <a:r>
              <a:rPr lang="en-CA" dirty="0" smtClean="0"/>
              <a:t>problems.</a:t>
            </a:r>
          </a:p>
          <a:p>
            <a:pPr lvl="1"/>
            <a:r>
              <a:rPr lang="en-CA" dirty="0" smtClean="0"/>
              <a:t>To review and practice </a:t>
            </a:r>
            <a:r>
              <a:rPr lang="en-CA" dirty="0" smtClean="0"/>
              <a:t>centripetal acceleration type </a:t>
            </a:r>
            <a:r>
              <a:rPr lang="en-CA" dirty="0" smtClean="0"/>
              <a:t>problems.</a:t>
            </a:r>
          </a:p>
          <a:p>
            <a:pPr lvl="1"/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TOMORROW : </a:t>
            </a:r>
            <a:r>
              <a:rPr lang="en-CA" sz="2600" dirty="0" smtClean="0"/>
              <a:t>Present Key Velocity Questions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61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Relative Motion Catch-Up  – Sep 26 (Kinematics Day 11B)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Greg</cp:lastModifiedBy>
  <cp:revision>55</cp:revision>
  <dcterms:created xsi:type="dcterms:W3CDTF">2006-08-16T00:00:00Z</dcterms:created>
  <dcterms:modified xsi:type="dcterms:W3CDTF">2016-09-25T16:18:49Z</dcterms:modified>
</cp:coreProperties>
</file>