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75" d="100"/>
          <a:sy n="75" d="100"/>
        </p:scale>
        <p:origin x="2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1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6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7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1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9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2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1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2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5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AFD2E-3B55-4796-B6F2-A387CED85A0F}" type="datetimeFigureOut">
              <a:rPr lang="en-US" smtClean="0"/>
              <a:t>10/7/2019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407F5-FCE0-4E5D-84BD-46EE337B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5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6100" y="203200"/>
            <a:ext cx="991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Relative Velocity Warm up!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546100" y="920919"/>
            <a:ext cx="1089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A river cruise </a:t>
            </a:r>
            <a:r>
              <a:rPr lang="en-CA" sz="3600" b="1" dirty="0" smtClean="0">
                <a:solidFill>
                  <a:srgbClr val="FF0000"/>
                </a:solidFill>
              </a:rPr>
              <a:t>Passenger </a:t>
            </a:r>
            <a:r>
              <a:rPr lang="en-CA" sz="3600" dirty="0" smtClean="0"/>
              <a:t>is  walking at 5.0 km/h backwards relative to the ship deck.  The </a:t>
            </a:r>
            <a:r>
              <a:rPr lang="en-CA" sz="3600" b="1" dirty="0" smtClean="0">
                <a:solidFill>
                  <a:srgbClr val="FF0000"/>
                </a:solidFill>
              </a:rPr>
              <a:t>Ship</a:t>
            </a:r>
            <a:r>
              <a:rPr lang="en-CA" sz="3600" dirty="0" smtClean="0"/>
              <a:t> is travelling at 8.0 km/h [North] relative to the river water.  The </a:t>
            </a:r>
            <a:r>
              <a:rPr lang="en-CA" sz="3600" b="1" dirty="0" smtClean="0">
                <a:solidFill>
                  <a:srgbClr val="FF0000"/>
                </a:solidFill>
              </a:rPr>
              <a:t>River</a:t>
            </a:r>
            <a:r>
              <a:rPr lang="en-CA" sz="3600" dirty="0" smtClean="0"/>
              <a:t> is flowing at 4.0 km/h [North] relative to the </a:t>
            </a:r>
            <a:r>
              <a:rPr lang="en-CA" sz="3600" b="1" dirty="0" smtClean="0">
                <a:solidFill>
                  <a:srgbClr val="FF0000"/>
                </a:solidFill>
              </a:rPr>
              <a:t>ground.</a:t>
            </a:r>
            <a:r>
              <a:rPr lang="en-CA" sz="3600" dirty="0" smtClean="0"/>
              <a:t>  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46100" y="2983131"/>
            <a:ext cx="10896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sz="3600" dirty="0" smtClean="0"/>
          </a:p>
          <a:p>
            <a:r>
              <a:rPr lang="en-CA" sz="3600" dirty="0" smtClean="0"/>
              <a:t>Write a chain rule statement for the passenger’s velocity relative to ground and solve for the velocity.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575" y="4737457"/>
            <a:ext cx="3286125" cy="1543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0500" y="4968289"/>
            <a:ext cx="1089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 err="1" smtClean="0">
                <a:solidFill>
                  <a:srgbClr val="FF0000"/>
                </a:solidFill>
              </a:rPr>
              <a:t>Ans</a:t>
            </a:r>
            <a:r>
              <a:rPr lang="en-CA" sz="3200" dirty="0" smtClean="0">
                <a:solidFill>
                  <a:srgbClr val="FF0000"/>
                </a:solidFill>
              </a:rPr>
              <a:t>: P-Passenger, S- Ship, R-River, G-Ground</a:t>
            </a:r>
          </a:p>
          <a:p>
            <a:r>
              <a:rPr lang="en-CA" sz="3200" dirty="0" smtClean="0">
                <a:solidFill>
                  <a:srgbClr val="FF0000"/>
                </a:solidFill>
              </a:rPr>
              <a:t>V</a:t>
            </a:r>
            <a:r>
              <a:rPr lang="en-CA" sz="3200" baseline="-25000" dirty="0" smtClean="0">
                <a:solidFill>
                  <a:srgbClr val="FF0000"/>
                </a:solidFill>
              </a:rPr>
              <a:t>PG</a:t>
            </a:r>
            <a:r>
              <a:rPr lang="en-CA" sz="3200" dirty="0" smtClean="0">
                <a:solidFill>
                  <a:srgbClr val="FF0000"/>
                </a:solidFill>
              </a:rPr>
              <a:t>=V</a:t>
            </a:r>
            <a:r>
              <a:rPr lang="en-CA" sz="3200" baseline="-25000" dirty="0" smtClean="0">
                <a:solidFill>
                  <a:srgbClr val="FF0000"/>
                </a:solidFill>
              </a:rPr>
              <a:t>PS</a:t>
            </a:r>
            <a:r>
              <a:rPr lang="en-CA" sz="3200" dirty="0" smtClean="0">
                <a:solidFill>
                  <a:srgbClr val="FF0000"/>
                </a:solidFill>
              </a:rPr>
              <a:t>  + V</a:t>
            </a:r>
            <a:r>
              <a:rPr lang="en-CA" sz="3200" baseline="-25000" dirty="0" smtClean="0">
                <a:solidFill>
                  <a:srgbClr val="FF0000"/>
                </a:solidFill>
              </a:rPr>
              <a:t>SR</a:t>
            </a:r>
            <a:r>
              <a:rPr lang="en-CA" sz="3200" dirty="0" smtClean="0">
                <a:solidFill>
                  <a:srgbClr val="FF0000"/>
                </a:solidFill>
              </a:rPr>
              <a:t>  +V</a:t>
            </a:r>
            <a:r>
              <a:rPr lang="en-CA" sz="3200" baseline="-25000" dirty="0" smtClean="0">
                <a:solidFill>
                  <a:srgbClr val="FF0000"/>
                </a:solidFill>
              </a:rPr>
              <a:t>RG           </a:t>
            </a:r>
            <a:r>
              <a:rPr lang="en-CA" sz="3200" dirty="0" smtClean="0">
                <a:solidFill>
                  <a:srgbClr val="FF0000"/>
                </a:solidFill>
              </a:rPr>
              <a:t>  Let N = +</a:t>
            </a:r>
          </a:p>
          <a:p>
            <a:r>
              <a:rPr lang="en-CA" sz="3200" dirty="0">
                <a:solidFill>
                  <a:srgbClr val="FF0000"/>
                </a:solidFill>
              </a:rPr>
              <a:t> </a:t>
            </a:r>
            <a:r>
              <a:rPr lang="en-CA" sz="3200" dirty="0" smtClean="0">
                <a:solidFill>
                  <a:srgbClr val="FF0000"/>
                </a:solidFill>
              </a:rPr>
              <a:t>     =-5.0  + 8.0   + 4.0= +7.0 = 7.0 km/</a:t>
            </a:r>
            <a:r>
              <a:rPr lang="en-CA" sz="3200" dirty="0" err="1" smtClean="0">
                <a:solidFill>
                  <a:srgbClr val="FF0000"/>
                </a:solidFill>
              </a:rPr>
              <a:t>hr</a:t>
            </a:r>
            <a:r>
              <a:rPr lang="en-CA" sz="3200" dirty="0" smtClean="0">
                <a:solidFill>
                  <a:srgbClr val="FF0000"/>
                </a:solidFill>
              </a:rPr>
              <a:t> </a:t>
            </a:r>
            <a:r>
              <a:rPr lang="en-CA" sz="3200" smtClean="0">
                <a:solidFill>
                  <a:srgbClr val="FF0000"/>
                </a:solidFill>
              </a:rPr>
              <a:t>[North]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58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Ryan, Linda</dc:creator>
  <cp:lastModifiedBy>Ryan, Linda</cp:lastModifiedBy>
  <cp:revision>4</cp:revision>
  <dcterms:created xsi:type="dcterms:W3CDTF">2019-10-07T12:31:17Z</dcterms:created>
  <dcterms:modified xsi:type="dcterms:W3CDTF">2019-10-07T14:00:41Z</dcterms:modified>
</cp:coreProperties>
</file>