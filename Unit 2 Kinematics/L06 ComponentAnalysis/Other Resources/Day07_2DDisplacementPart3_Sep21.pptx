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96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2D Displacement Part 3 – Sep 21</a:t>
            </a:r>
            <a:br>
              <a:rPr lang="en-US" dirty="0" smtClean="0"/>
            </a:br>
            <a:r>
              <a:rPr lang="en-US" dirty="0" smtClean="0"/>
              <a:t>(Kinematics Day 07)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Agenda</a:t>
            </a:r>
          </a:p>
          <a:p>
            <a:pPr lvl="1"/>
            <a:r>
              <a:rPr lang="en-CA" dirty="0" smtClean="0"/>
              <a:t>Presentation / Discussion: Review of Vector Operations</a:t>
            </a:r>
          </a:p>
          <a:p>
            <a:pPr lvl="2"/>
            <a:r>
              <a:rPr lang="en-CA" dirty="0" smtClean="0"/>
              <a:t>X &amp; Y Components Solution Method</a:t>
            </a:r>
          </a:p>
          <a:p>
            <a:pPr lvl="1"/>
            <a:r>
              <a:rPr lang="en-CA" dirty="0" smtClean="0"/>
              <a:t>Worksheet: 2D Displacement Analysis </a:t>
            </a:r>
            <a:r>
              <a:rPr lang="en-CA" dirty="0" smtClean="0"/>
              <a:t>Problems</a:t>
            </a:r>
          </a:p>
          <a:p>
            <a:pPr lvl="1"/>
            <a:r>
              <a:rPr lang="en-CA" dirty="0" smtClean="0"/>
              <a:t>Discussion: 2D Analysis </a:t>
            </a:r>
            <a:r>
              <a:rPr lang="en-CA" smtClean="0"/>
              <a:t>Tips Handout</a:t>
            </a:r>
            <a:endParaRPr lang="en-CA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Objectives</a:t>
            </a:r>
          </a:p>
          <a:p>
            <a:pPr lvl="1"/>
            <a:r>
              <a:rPr lang="en-CA" dirty="0" smtClean="0"/>
              <a:t>To review the terminology associated with vectors in 2 dimensions.</a:t>
            </a:r>
          </a:p>
          <a:p>
            <a:pPr lvl="1"/>
            <a:r>
              <a:rPr lang="en-CA" dirty="0" smtClean="0"/>
              <a:t>To review </a:t>
            </a:r>
            <a:r>
              <a:rPr lang="en-CA" dirty="0"/>
              <a:t>the Cosine Law approach </a:t>
            </a:r>
            <a:r>
              <a:rPr lang="en-CA" dirty="0" smtClean="0"/>
              <a:t>to solving 2D problems.</a:t>
            </a:r>
          </a:p>
          <a:p>
            <a:pPr lvl="1"/>
            <a:r>
              <a:rPr lang="en-CA" dirty="0" smtClean="0"/>
              <a:t>To introduce X and Y vector components and related methods for solving 2D motion problems.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Upcoming</a:t>
            </a:r>
          </a:p>
          <a:p>
            <a:pPr lvl="1"/>
            <a:r>
              <a:rPr lang="en-CA" sz="2600" dirty="0" smtClean="0"/>
              <a:t>TOMORROW : 2D Acceleration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2D Solution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 smtClean="0"/>
              <a:t>Scale Diagram (Tip-to-Tail)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 smtClean="0"/>
              <a:t>Sine &amp; Cosine Law Method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 smtClean="0"/>
              <a:t>X &amp; Y Components 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564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96</Words>
  <Application>Microsoft Office PowerPoint</Application>
  <PresentationFormat>On-screen Show (4:3)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2D Displacement Part 3 – Sep 21 (Kinematics Day 07)</vt:lpstr>
      <vt:lpstr>2D Solution Methods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Day – Sep 06</dc:title>
  <dc:creator>Greg</dc:creator>
  <cp:lastModifiedBy>Mr. Nestor - Louise Arbour SS</cp:lastModifiedBy>
  <cp:revision>58</cp:revision>
  <dcterms:created xsi:type="dcterms:W3CDTF">2006-08-16T00:00:00Z</dcterms:created>
  <dcterms:modified xsi:type="dcterms:W3CDTF">2016-09-21T16:12:06Z</dcterms:modified>
</cp:coreProperties>
</file>