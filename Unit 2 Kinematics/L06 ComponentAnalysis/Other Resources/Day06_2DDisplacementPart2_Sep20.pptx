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96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2D Displacement Part 2 – Sep 20</a:t>
            </a:r>
            <a:br>
              <a:rPr lang="en-US" dirty="0" smtClean="0"/>
            </a:br>
            <a:r>
              <a:rPr lang="en-US" dirty="0" smtClean="0"/>
              <a:t>(Kinematics </a:t>
            </a:r>
            <a:r>
              <a:rPr lang="en-US" smtClean="0"/>
              <a:t>Day 06)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Agenda</a:t>
            </a:r>
          </a:p>
          <a:p>
            <a:pPr lvl="1"/>
            <a:r>
              <a:rPr lang="en-CA" dirty="0" smtClean="0"/>
              <a:t>Quiz: Kinematics Review</a:t>
            </a:r>
          </a:p>
          <a:p>
            <a:pPr lvl="1"/>
            <a:r>
              <a:rPr lang="en-CA" dirty="0" smtClean="0"/>
              <a:t>Presentation / Discussion: Review of Vector Operations</a:t>
            </a:r>
          </a:p>
          <a:p>
            <a:pPr lvl="2"/>
            <a:r>
              <a:rPr lang="en-CA" dirty="0" smtClean="0"/>
              <a:t>Sine &amp; Cosine Law Solution Method</a:t>
            </a:r>
          </a:p>
          <a:p>
            <a:pPr lvl="1"/>
            <a:r>
              <a:rPr lang="en-CA" dirty="0" smtClean="0"/>
              <a:t>Worksheet: 2D Displacement Analysis Problems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Objectives</a:t>
            </a:r>
          </a:p>
          <a:p>
            <a:pPr lvl="1"/>
            <a:r>
              <a:rPr lang="en-CA" dirty="0" smtClean="0"/>
              <a:t>To review the terminology associated with vectors in 2 dimensions.</a:t>
            </a:r>
          </a:p>
          <a:p>
            <a:pPr lvl="1"/>
            <a:r>
              <a:rPr lang="en-CA" dirty="0" smtClean="0"/>
              <a:t>To review scale diagram methods of adding and subtracting vectors.</a:t>
            </a:r>
          </a:p>
          <a:p>
            <a:pPr lvl="1"/>
            <a:r>
              <a:rPr lang="en-CA" dirty="0" smtClean="0"/>
              <a:t>To introduce the Cosine Law approach to adding and subtracting vectors.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Upcoming</a:t>
            </a:r>
          </a:p>
          <a:p>
            <a:pPr lvl="1"/>
            <a:r>
              <a:rPr lang="en-CA" sz="2600" dirty="0" smtClean="0"/>
              <a:t>TOMORROW : </a:t>
            </a:r>
            <a:r>
              <a:rPr lang="en-CA" sz="2600" smtClean="0"/>
              <a:t>2D Displacement Part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74</Words>
  <Application>Microsoft Office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2D Displacement Part 2 – Sep 20 (Kinematics Day 06)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Day – Sep 06</dc:title>
  <dc:creator>Greg</dc:creator>
  <cp:lastModifiedBy>Nestor, Gregory</cp:lastModifiedBy>
  <cp:revision>54</cp:revision>
  <dcterms:created xsi:type="dcterms:W3CDTF">2006-08-16T00:00:00Z</dcterms:created>
  <dcterms:modified xsi:type="dcterms:W3CDTF">2016-09-20T17:08:31Z</dcterms:modified>
</cp:coreProperties>
</file>