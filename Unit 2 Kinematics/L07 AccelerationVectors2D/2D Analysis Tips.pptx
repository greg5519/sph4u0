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Adding </a:t>
            </a:r>
            <a:r>
              <a:rPr lang="en-US" dirty="0" smtClean="0"/>
              <a:t>Displacement Vectors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u="sng" dirty="0" smtClean="0"/>
              <a:t>Rule:</a:t>
            </a:r>
            <a:r>
              <a:rPr lang="en-US" sz="2800" dirty="0" smtClean="0"/>
              <a:t> Add the vectors </a:t>
            </a:r>
            <a:r>
              <a:rPr lang="en-US" sz="2800" i="1" dirty="0" smtClean="0"/>
              <a:t>Tip-To-Tail</a:t>
            </a:r>
          </a:p>
          <a:p>
            <a:pPr lvl="2"/>
            <a:r>
              <a:rPr lang="en-US" dirty="0" smtClean="0"/>
              <a:t>Use a scale diagram or mathematical analysis</a:t>
            </a:r>
          </a:p>
          <a:p>
            <a:pPr lvl="2"/>
            <a:endParaRPr lang="en-US" sz="2000" dirty="0" smtClean="0"/>
          </a:p>
          <a:p>
            <a:r>
              <a:rPr lang="en-US" sz="2800" b="1" u="sng" dirty="0" smtClean="0"/>
              <a:t>Example:</a:t>
            </a:r>
            <a:r>
              <a:rPr lang="en-US" sz="2800" dirty="0" smtClean="0"/>
              <a:t>  A car travels a displacement given by vector A and then a displacement given by vector B. Find the resulting displacement.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219200" y="5181600"/>
            <a:ext cx="533400" cy="914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209800" y="4953000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43000" y="56388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438400" y="49530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12" name="Right Arrow 11"/>
          <p:cNvSpPr/>
          <p:nvPr/>
        </p:nvSpPr>
        <p:spPr>
          <a:xfrm>
            <a:off x="3657600" y="53340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5638800" y="5257800"/>
            <a:ext cx="533400" cy="914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172200" y="4800600"/>
            <a:ext cx="381000" cy="13716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638800" y="4724400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81800" y="5181600"/>
            <a:ext cx="14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Resulting</a:t>
            </a:r>
          </a:p>
          <a:p>
            <a:r>
              <a:rPr lang="en-US" b="1" dirty="0" smtClean="0"/>
              <a:t>Displacement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495800" y="4876800"/>
            <a:ext cx="1136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Tip-To-Tail</a:t>
            </a:r>
            <a:endParaRPr lang="en-US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 Velocity </a:t>
            </a:r>
            <a:r>
              <a:rPr lang="en-US" dirty="0" smtClean="0"/>
              <a:t>Related To Displacement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u="sng" dirty="0" smtClean="0"/>
              <a:t>Rule:</a:t>
            </a:r>
            <a:r>
              <a:rPr lang="en-US" sz="2800" dirty="0" smtClean="0"/>
              <a:t> Find Resulting displacement and divide by time</a:t>
            </a:r>
          </a:p>
          <a:p>
            <a:pPr lvl="2"/>
            <a:endParaRPr lang="en-US" sz="2000" dirty="0" smtClean="0"/>
          </a:p>
          <a:p>
            <a:r>
              <a:rPr lang="en-US" sz="2800" b="1" u="sng" dirty="0" smtClean="0"/>
              <a:t>Example:</a:t>
            </a:r>
            <a:r>
              <a:rPr lang="en-US" sz="2800" dirty="0" smtClean="0"/>
              <a:t>  A car travels a displacement given by vector A and then a displacement given by vector B. If the trip takes 2 hours, find the average velocity.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3886200" y="50292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914400" y="5029200"/>
            <a:ext cx="533400" cy="914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447800" y="4572000"/>
            <a:ext cx="381000" cy="13716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914400" y="4495800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57400" y="4953000"/>
            <a:ext cx="14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Resulting</a:t>
            </a:r>
          </a:p>
          <a:p>
            <a:r>
              <a:rPr lang="en-US" b="1" dirty="0" smtClean="0"/>
              <a:t>Displacement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0"/>
            <a:ext cx="2787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V = Displacement / Time</a:t>
            </a:r>
            <a:endParaRPr lang="en-US" sz="2000" b="1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562600" y="5029200"/>
            <a:ext cx="2286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Change </a:t>
            </a:r>
            <a:r>
              <a:rPr lang="en-US" dirty="0" smtClean="0"/>
              <a:t>In Velocity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u="sng" dirty="0" smtClean="0"/>
              <a:t>Rule:</a:t>
            </a:r>
            <a:r>
              <a:rPr lang="en-US" sz="2800" dirty="0" smtClean="0"/>
              <a:t> Add the vectors </a:t>
            </a:r>
            <a:r>
              <a:rPr lang="en-US" sz="2800" i="1" dirty="0" smtClean="0"/>
              <a:t>Tail-To-Tail</a:t>
            </a:r>
          </a:p>
          <a:p>
            <a:pPr lvl="2"/>
            <a:r>
              <a:rPr lang="en-US" dirty="0" smtClean="0"/>
              <a:t>Use a scale diagram or mathematical analysis</a:t>
            </a:r>
          </a:p>
          <a:p>
            <a:pPr lvl="2"/>
            <a:endParaRPr lang="en-US" sz="2000" dirty="0" smtClean="0"/>
          </a:p>
          <a:p>
            <a:r>
              <a:rPr lang="en-US" sz="2800" b="1" u="sng" dirty="0" smtClean="0"/>
              <a:t>Example:</a:t>
            </a:r>
            <a:r>
              <a:rPr lang="en-US" sz="2800" dirty="0" smtClean="0"/>
              <a:t>  A boat has an initial velocity given by vector A and a final velocity given by vector B. Find the change in velocity.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219200" y="5181600"/>
            <a:ext cx="533400" cy="914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209800" y="4953000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43000" y="56388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438400" y="49530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12" name="Right Arrow 11"/>
          <p:cNvSpPr/>
          <p:nvPr/>
        </p:nvSpPr>
        <p:spPr>
          <a:xfrm>
            <a:off x="3657600" y="53340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5105400" y="4800600"/>
            <a:ext cx="533400" cy="914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181600" y="4800600"/>
            <a:ext cx="1447800" cy="38100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638800" y="5181600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19800" y="4191000"/>
            <a:ext cx="1121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Change in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Velocity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3000" y="5791200"/>
            <a:ext cx="117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Tail-To-Tail</a:t>
            </a:r>
            <a:endParaRPr lang="en-US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5071769" y="51170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050485" y="54218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Acceleration </a:t>
            </a:r>
            <a:r>
              <a:rPr lang="en-US" dirty="0" smtClean="0"/>
              <a:t>From Velocity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u="sng" dirty="0" smtClean="0"/>
              <a:t>Rule:</a:t>
            </a:r>
            <a:r>
              <a:rPr lang="en-US" sz="2800" dirty="0" smtClean="0"/>
              <a:t> Find Change in Velocity and divide by time</a:t>
            </a:r>
            <a:endParaRPr lang="en-US" sz="2800" i="1" dirty="0" smtClean="0"/>
          </a:p>
          <a:p>
            <a:pPr lvl="2"/>
            <a:endParaRPr lang="en-US" sz="2000" dirty="0" smtClean="0"/>
          </a:p>
          <a:p>
            <a:r>
              <a:rPr lang="en-US" sz="2800" b="1" u="sng" dirty="0" smtClean="0"/>
              <a:t>Example:</a:t>
            </a:r>
            <a:r>
              <a:rPr lang="en-US" sz="2800" dirty="0" smtClean="0"/>
              <a:t>  A boat has an initial velocity given by vector A and a final velocity given by vector B. If it takes 3 hours to change course, find the acceleration of the boat.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3657600" y="53340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371600" y="4876800"/>
            <a:ext cx="533400" cy="914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447800" y="4876800"/>
            <a:ext cx="1447800" cy="3810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1905000" y="5257800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4267200"/>
            <a:ext cx="1121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Change in</a:t>
            </a:r>
          </a:p>
          <a:p>
            <a:r>
              <a:rPr lang="en-US" b="1" dirty="0" smtClean="0"/>
              <a:t>Velocity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334000" y="5257800"/>
            <a:ext cx="2157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 = Velocity / Time</a:t>
            </a:r>
            <a:endParaRPr lang="en-US" sz="2000" b="1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410200" y="5334000"/>
            <a:ext cx="2286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5. Initial </a:t>
            </a:r>
            <a:r>
              <a:rPr lang="en-CA" dirty="0" smtClean="0"/>
              <a:t>Velocity Given An Acceleration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u="sng" dirty="0" smtClean="0"/>
              <a:t>Rule:</a:t>
            </a:r>
            <a:r>
              <a:rPr lang="en-US" sz="2800" dirty="0" smtClean="0"/>
              <a:t> Add the vectors </a:t>
            </a:r>
            <a:r>
              <a:rPr lang="en-US" sz="2800" i="1" dirty="0" smtClean="0"/>
              <a:t>Tip-To-Tip</a:t>
            </a:r>
          </a:p>
          <a:p>
            <a:pPr lvl="2"/>
            <a:r>
              <a:rPr lang="en-CA" dirty="0" smtClean="0"/>
              <a:t>** Convert the acceleration vector to a velocity first</a:t>
            </a:r>
            <a:endParaRPr lang="en-US" dirty="0" smtClean="0"/>
          </a:p>
          <a:p>
            <a:pPr lvl="2"/>
            <a:endParaRPr lang="en-US" sz="2000" dirty="0" smtClean="0"/>
          </a:p>
          <a:p>
            <a:r>
              <a:rPr lang="en-US" sz="2800" b="1" u="sng" dirty="0" smtClean="0"/>
              <a:t>Example:</a:t>
            </a:r>
            <a:r>
              <a:rPr lang="en-US" sz="2800" dirty="0" smtClean="0"/>
              <a:t>  </a:t>
            </a:r>
            <a:r>
              <a:rPr lang="en-US" sz="2400" dirty="0" smtClean="0"/>
              <a:t>After undergoing an acceleration for a time period given by vector A, an airplane has a final velocity given by vector B. Find the initial velocity of the airplane.</a:t>
            </a:r>
            <a:endParaRPr lang="en-US" sz="28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676400" y="5491494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28472" y="43841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905000" y="549149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</a:t>
            </a:r>
            <a:endParaRPr lang="en-US" b="1" dirty="0"/>
          </a:p>
        </p:txBody>
      </p:sp>
      <p:sp>
        <p:nvSpPr>
          <p:cNvPr id="12" name="Right Arrow 11"/>
          <p:cNvSpPr/>
          <p:nvPr/>
        </p:nvSpPr>
        <p:spPr>
          <a:xfrm>
            <a:off x="3261360" y="5328613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5105400" y="5176213"/>
            <a:ext cx="533400" cy="9144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181600" y="5176213"/>
            <a:ext cx="1447800" cy="3810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638800" y="5557213"/>
            <a:ext cx="9906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63625" y="5775881"/>
            <a:ext cx="1249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Initial Velocity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5410647"/>
            <a:ext cx="110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Tip-To-Tip</a:t>
            </a:r>
            <a:endParaRPr lang="en-US" i="1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762000" y="4609481"/>
            <a:ext cx="1447800" cy="38100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884336">
            <a:off x="527019" y="4799330"/>
            <a:ext cx="169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b="1" dirty="0" smtClean="0"/>
              <a:t>** = acceleration x time</a:t>
            </a:r>
            <a:endParaRPr lang="en-US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743436" y="499048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055578" y="575683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279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6. 2D Analysis </a:t>
            </a:r>
            <a:r>
              <a:rPr lang="en-CA" dirty="0" smtClean="0"/>
              <a:t>Tips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 smtClean="0"/>
              <a:t>All vectors must be the same unit quantity</a:t>
            </a:r>
          </a:p>
          <a:p>
            <a:pPr marL="914400" lvl="1" indent="-514350"/>
            <a:r>
              <a:rPr lang="en-CA" dirty="0" smtClean="0"/>
              <a:t>Velocity = Displacement / Time</a:t>
            </a:r>
          </a:p>
          <a:p>
            <a:pPr marL="914400" lvl="1" indent="-514350"/>
            <a:r>
              <a:rPr lang="en-CA" dirty="0" smtClean="0"/>
              <a:t>Velocity = Acceleration x Time</a:t>
            </a:r>
          </a:p>
          <a:p>
            <a:pPr marL="914400" lvl="1" indent="-514350"/>
            <a:endParaRPr lang="en-CA" dirty="0" smtClean="0"/>
          </a:p>
          <a:p>
            <a:pPr marL="514350" indent="-514350">
              <a:buFont typeface="+mj-lt"/>
              <a:buAutoNum type="arabicPeriod"/>
            </a:pPr>
            <a:r>
              <a:rPr lang="en-CA" dirty="0" smtClean="0"/>
              <a:t>Three basic types of problems</a:t>
            </a:r>
          </a:p>
          <a:p>
            <a:pPr marL="971550" lvl="1" indent="-571500">
              <a:buFont typeface="+mj-lt"/>
              <a:buAutoNum type="romanLcPeriod"/>
            </a:pPr>
            <a:r>
              <a:rPr lang="en-CA" dirty="0" smtClean="0"/>
              <a:t>Resulting Displacement: Tip-To-Tail</a:t>
            </a:r>
          </a:p>
          <a:p>
            <a:pPr marL="971550" lvl="1" indent="-571500">
              <a:buFont typeface="+mj-lt"/>
              <a:buAutoNum type="romanLcPeriod"/>
            </a:pPr>
            <a:r>
              <a:rPr lang="en-CA" dirty="0" smtClean="0"/>
              <a:t>Change In Velocity: Tail-To-Tail</a:t>
            </a:r>
          </a:p>
          <a:p>
            <a:pPr marL="971550" lvl="1" indent="-571500">
              <a:buFont typeface="+mj-lt"/>
              <a:buAutoNum type="romanLcPeriod"/>
            </a:pPr>
            <a:r>
              <a:rPr lang="en-CA" dirty="0" smtClean="0"/>
              <a:t>Initial Velocity: Tip-To-Tip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266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325</Words>
  <Application>Microsoft Office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1. Adding Displacement Vectors</vt:lpstr>
      <vt:lpstr>2. Velocity Related To Displacement</vt:lpstr>
      <vt:lpstr>3. Change In Velocity</vt:lpstr>
      <vt:lpstr>4. Acceleration From Velocity</vt:lpstr>
      <vt:lpstr>5. Initial Velocity Given An Acceleration</vt:lpstr>
      <vt:lpstr>6. 2D Analysis Tips 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Displacement Vectors</dc:title>
  <dc:creator>Greg</dc:creator>
  <cp:lastModifiedBy>Nestor, Gregory</cp:lastModifiedBy>
  <cp:revision>11</cp:revision>
  <dcterms:created xsi:type="dcterms:W3CDTF">2006-08-16T00:00:00Z</dcterms:created>
  <dcterms:modified xsi:type="dcterms:W3CDTF">2016-09-21T16:17:51Z</dcterms:modified>
</cp:coreProperties>
</file>