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0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9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0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1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1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1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1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7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7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217" y="708609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latin typeface="Arial Black" pitchFamily="34" charset="0"/>
              </a:rPr>
              <a:t>Minds on: </a:t>
            </a:r>
            <a:r>
              <a:rPr lang="en-US" sz="2000" b="1" dirty="0" smtClean="0">
                <a:latin typeface="+mn-lt"/>
              </a:rPr>
              <a:t>What is the acceleration of a ball being swung in a circle on the end of a string at a constant speed of 5.00 m/s if it takes 1.00s to complete each circle?</a:t>
            </a:r>
            <a:endParaRPr lang="en-US" sz="2000" b="1" dirty="0">
              <a:latin typeface="+mn-lt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53464" y="-8359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 smtClean="0">
                <a:latin typeface="Arial Black" pitchFamily="34" charset="0"/>
              </a:rPr>
              <a:t>Acceleration in Uniform Circular Motion</a:t>
            </a:r>
            <a:endParaRPr lang="en-US" sz="2000" b="1" dirty="0">
              <a:latin typeface="+mn-lt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200400" y="2450068"/>
            <a:ext cx="2252506" cy="2468401"/>
            <a:chOff x="3200400" y="2450068"/>
            <a:chExt cx="2252506" cy="2468401"/>
          </a:xfrm>
        </p:grpSpPr>
        <p:sp>
          <p:nvSpPr>
            <p:cNvPr id="11" name="Rectangle 10"/>
            <p:cNvSpPr/>
            <p:nvPr/>
          </p:nvSpPr>
          <p:spPr>
            <a:xfrm>
              <a:off x="4101983" y="3505200"/>
              <a:ext cx="241417" cy="19406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200400" y="2819400"/>
              <a:ext cx="1803167" cy="175973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4101983" y="2808107"/>
              <a:ext cx="12192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5015670" y="3699269"/>
              <a:ext cx="0" cy="12192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/>
            <p:cNvSpPr txBox="1"/>
            <p:nvPr/>
          </p:nvSpPr>
          <p:spPr>
            <a:xfrm>
              <a:off x="4551122" y="2450068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 smtClean="0">
                  <a:solidFill>
                    <a:srgbClr val="FF0000"/>
                  </a:solidFill>
                </a:rPr>
                <a:t>V</a:t>
              </a:r>
              <a:r>
                <a:rPr lang="en-CA" b="1" baseline="-25000" dirty="0" smtClean="0">
                  <a:solidFill>
                    <a:srgbClr val="FF0000"/>
                  </a:solidFill>
                </a:rPr>
                <a:t>1</a:t>
              </a:r>
              <a:endParaRPr lang="en-US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3438" y="4185691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 smtClean="0">
                  <a:solidFill>
                    <a:srgbClr val="FF0000"/>
                  </a:solidFill>
                </a:rPr>
                <a:t>V</a:t>
              </a:r>
              <a:r>
                <a:rPr lang="en-CA" b="1" baseline="-25000" dirty="0" smtClean="0">
                  <a:solidFill>
                    <a:srgbClr val="FF0000"/>
                  </a:solidFill>
                </a:rPr>
                <a:t>2</a:t>
              </a:r>
              <a:endParaRPr lang="en-US" b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Straight Connector 4"/>
            <p:cNvCxnSpPr>
              <a:stCxn id="16" idx="0"/>
            </p:cNvCxnSpPr>
            <p:nvPr/>
          </p:nvCxnSpPr>
          <p:spPr>
            <a:xfrm flipH="1">
              <a:off x="4101983" y="2819400"/>
              <a:ext cx="1" cy="87986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90653" y="3704726"/>
              <a:ext cx="862785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932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44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Office Theme</vt:lpstr>
      <vt:lpstr>Minds on: What is the acceleration of a ball being swung in a circle on the end of a string at a constant speed of 5.00 m/s if it takes 1.00s to complete each circle?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Circular Motion</dc:title>
  <dc:creator>Linda</dc:creator>
  <cp:lastModifiedBy>Nestor, Gregory</cp:lastModifiedBy>
  <cp:revision>21</cp:revision>
  <cp:lastPrinted>2020-03-04T13:05:37Z</cp:lastPrinted>
  <dcterms:created xsi:type="dcterms:W3CDTF">2011-09-21T10:41:56Z</dcterms:created>
  <dcterms:modified xsi:type="dcterms:W3CDTF">2020-03-04T13:20:26Z</dcterms:modified>
</cp:coreProperties>
</file>