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276" r:id="rId3"/>
  </p:sldIdLst>
  <p:sldSz cx="9144000" cy="6858000" type="screen4x3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54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897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10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797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13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19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11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14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16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33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71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58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B2675-DCD6-4754-BDA0-E06AA3D096D2}" type="datetimeFigureOut">
              <a:rPr lang="en-US" smtClean="0"/>
              <a:t>3/4/2020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6C1A0C-F96E-4D56-9ECD-BF2D36AC1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970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9217" y="708609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US" sz="2000" b="1" dirty="0" smtClean="0">
                <a:latin typeface="Arial Black" pitchFamily="34" charset="0"/>
              </a:rPr>
              <a:t>Minds on: </a:t>
            </a:r>
            <a:r>
              <a:rPr lang="en-US" sz="2000" b="1" dirty="0" smtClean="0">
                <a:latin typeface="+mn-lt"/>
              </a:rPr>
              <a:t>What is the acceleration of a ball being swung in a circle on the end of a string at a constant speed of 5.00 m/s if it takes 1.00s to complete each circle?</a:t>
            </a:r>
            <a:endParaRPr lang="en-US" sz="2000" b="1" dirty="0">
              <a:latin typeface="+mn-lt"/>
            </a:endParaRPr>
          </a:p>
        </p:txBody>
      </p:sp>
      <p:sp>
        <p:nvSpPr>
          <p:cNvPr id="15" name="Title 1"/>
          <p:cNvSpPr txBox="1">
            <a:spLocks/>
          </p:cNvSpPr>
          <p:nvPr/>
        </p:nvSpPr>
        <p:spPr>
          <a:xfrm>
            <a:off x="853464" y="-83595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000" b="1" dirty="0" smtClean="0">
                <a:latin typeface="Arial Black" pitchFamily="34" charset="0"/>
              </a:rPr>
              <a:t>Acceleration in Uniform Circular Motion</a:t>
            </a:r>
            <a:endParaRPr lang="en-US" sz="2000" b="1" dirty="0">
              <a:latin typeface="+mn-lt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3200400" y="2450068"/>
            <a:ext cx="2252506" cy="2468401"/>
            <a:chOff x="3200400" y="2450068"/>
            <a:chExt cx="2252506" cy="2468401"/>
          </a:xfrm>
        </p:grpSpPr>
        <p:sp>
          <p:nvSpPr>
            <p:cNvPr id="11" name="Rectangle 10"/>
            <p:cNvSpPr/>
            <p:nvPr/>
          </p:nvSpPr>
          <p:spPr>
            <a:xfrm>
              <a:off x="4101983" y="3505200"/>
              <a:ext cx="241417" cy="19406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200400" y="2819400"/>
              <a:ext cx="1803167" cy="175973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4101983" y="2808107"/>
              <a:ext cx="12192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5015670" y="3699269"/>
              <a:ext cx="0" cy="12192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Box 2"/>
            <p:cNvSpPr txBox="1"/>
            <p:nvPr/>
          </p:nvSpPr>
          <p:spPr>
            <a:xfrm>
              <a:off x="4551122" y="2450068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 smtClean="0">
                  <a:solidFill>
                    <a:srgbClr val="FF0000"/>
                  </a:solidFill>
                </a:rPr>
                <a:t>V</a:t>
              </a:r>
              <a:r>
                <a:rPr lang="en-CA" b="1" baseline="-25000" dirty="0" smtClean="0">
                  <a:solidFill>
                    <a:srgbClr val="FF0000"/>
                  </a:solidFill>
                </a:rPr>
                <a:t>1</a:t>
              </a:r>
              <a:endParaRPr lang="en-US" b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3438" y="4185691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 smtClean="0">
                  <a:solidFill>
                    <a:srgbClr val="FF0000"/>
                  </a:solidFill>
                </a:rPr>
                <a:t>V</a:t>
              </a:r>
              <a:r>
                <a:rPr lang="en-CA" b="1" baseline="-25000" dirty="0" smtClean="0">
                  <a:solidFill>
                    <a:srgbClr val="FF0000"/>
                  </a:solidFill>
                </a:rPr>
                <a:t>2</a:t>
              </a:r>
              <a:endParaRPr lang="en-US" b="1" baseline="-25000" dirty="0">
                <a:solidFill>
                  <a:srgbClr val="FF0000"/>
                </a:solidFill>
              </a:endParaRPr>
            </a:p>
          </p:txBody>
        </p:sp>
        <p:cxnSp>
          <p:nvCxnSpPr>
            <p:cNvPr id="5" name="Straight Connector 4"/>
            <p:cNvCxnSpPr>
              <a:stCxn id="16" idx="0"/>
            </p:cNvCxnSpPr>
            <p:nvPr/>
          </p:nvCxnSpPr>
          <p:spPr>
            <a:xfrm flipH="1">
              <a:off x="4101983" y="2819400"/>
              <a:ext cx="1" cy="8798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4190653" y="3704726"/>
              <a:ext cx="86278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89323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447800" y="1524000"/>
            <a:ext cx="1524000" cy="1534012"/>
            <a:chOff x="3200400" y="2808107"/>
            <a:chExt cx="2120783" cy="2110362"/>
          </a:xfrm>
        </p:grpSpPr>
        <p:sp>
          <p:nvSpPr>
            <p:cNvPr id="5" name="Rectangle 4"/>
            <p:cNvSpPr/>
            <p:nvPr/>
          </p:nvSpPr>
          <p:spPr>
            <a:xfrm>
              <a:off x="4101983" y="3505200"/>
              <a:ext cx="241417" cy="19406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3200400" y="2819400"/>
              <a:ext cx="1803167" cy="175973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4101983" y="2808107"/>
              <a:ext cx="12192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5015670" y="3699269"/>
              <a:ext cx="0" cy="12192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6" idx="0"/>
            </p:cNvCxnSpPr>
            <p:nvPr/>
          </p:nvCxnSpPr>
          <p:spPr>
            <a:xfrm flipH="1">
              <a:off x="4101983" y="2819400"/>
              <a:ext cx="1" cy="8798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4190653" y="3704726"/>
              <a:ext cx="86278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 rot="5400000">
            <a:off x="5029200" y="1524000"/>
            <a:ext cx="1524000" cy="1534012"/>
            <a:chOff x="3200400" y="2808107"/>
            <a:chExt cx="2120783" cy="2110362"/>
          </a:xfrm>
        </p:grpSpPr>
        <p:sp>
          <p:nvSpPr>
            <p:cNvPr id="28" name="Rectangle 27"/>
            <p:cNvSpPr/>
            <p:nvPr/>
          </p:nvSpPr>
          <p:spPr>
            <a:xfrm>
              <a:off x="4101983" y="3505200"/>
              <a:ext cx="241417" cy="19406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3200400" y="2819400"/>
              <a:ext cx="1803167" cy="175973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/>
            <p:nvPr/>
          </p:nvCxnSpPr>
          <p:spPr>
            <a:xfrm>
              <a:off x="4101983" y="2808107"/>
              <a:ext cx="12192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>
              <a:off x="5015670" y="3699269"/>
              <a:ext cx="0" cy="12192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>
              <a:stCxn id="29" idx="0"/>
            </p:cNvCxnSpPr>
            <p:nvPr/>
          </p:nvCxnSpPr>
          <p:spPr>
            <a:xfrm flipH="1">
              <a:off x="4101983" y="2819400"/>
              <a:ext cx="1" cy="8798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4190653" y="3704726"/>
              <a:ext cx="86278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 rot="10800000">
            <a:off x="1333680" y="4267200"/>
            <a:ext cx="1524000" cy="1534012"/>
            <a:chOff x="3200400" y="2808107"/>
            <a:chExt cx="2120783" cy="2110362"/>
          </a:xfrm>
        </p:grpSpPr>
        <p:sp>
          <p:nvSpPr>
            <p:cNvPr id="35" name="Rectangle 34"/>
            <p:cNvSpPr/>
            <p:nvPr/>
          </p:nvSpPr>
          <p:spPr>
            <a:xfrm>
              <a:off x="4101983" y="3505200"/>
              <a:ext cx="241417" cy="19406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3200400" y="2819400"/>
              <a:ext cx="1803167" cy="175973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>
              <a:off x="4101983" y="2808107"/>
              <a:ext cx="12192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/>
            <p:nvPr/>
          </p:nvCxnSpPr>
          <p:spPr>
            <a:xfrm>
              <a:off x="5015670" y="3699269"/>
              <a:ext cx="0" cy="12192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36" idx="0"/>
            </p:cNvCxnSpPr>
            <p:nvPr/>
          </p:nvCxnSpPr>
          <p:spPr>
            <a:xfrm flipH="1">
              <a:off x="4101983" y="2819400"/>
              <a:ext cx="1" cy="8798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/>
          </p:nvCxnSpPr>
          <p:spPr>
            <a:xfrm>
              <a:off x="4190653" y="3704726"/>
              <a:ext cx="86278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 rot="16200000">
            <a:off x="5218958" y="4272206"/>
            <a:ext cx="1524000" cy="1534012"/>
            <a:chOff x="3200400" y="2808107"/>
            <a:chExt cx="2120783" cy="2110362"/>
          </a:xfrm>
        </p:grpSpPr>
        <p:sp>
          <p:nvSpPr>
            <p:cNvPr id="42" name="Rectangle 41"/>
            <p:cNvSpPr/>
            <p:nvPr/>
          </p:nvSpPr>
          <p:spPr>
            <a:xfrm>
              <a:off x="4101983" y="3505200"/>
              <a:ext cx="241417" cy="19406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3200400" y="2819400"/>
              <a:ext cx="1803167" cy="175973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Arrow Connector 43"/>
            <p:cNvCxnSpPr/>
            <p:nvPr/>
          </p:nvCxnSpPr>
          <p:spPr>
            <a:xfrm>
              <a:off x="4101983" y="2808107"/>
              <a:ext cx="12192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5015670" y="3699269"/>
              <a:ext cx="0" cy="12192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43" idx="0"/>
            </p:cNvCxnSpPr>
            <p:nvPr/>
          </p:nvCxnSpPr>
          <p:spPr>
            <a:xfrm flipH="1">
              <a:off x="4101983" y="2819400"/>
              <a:ext cx="1" cy="8798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4190653" y="3704726"/>
              <a:ext cx="86278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513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44</Words>
  <Application>Microsoft Office PowerPoint</Application>
  <PresentationFormat>On-screen Show (4:3)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Arial Black</vt:lpstr>
      <vt:lpstr>Calibri</vt:lpstr>
      <vt:lpstr>Office Theme</vt:lpstr>
      <vt:lpstr>Minds on: What is the acceleration of a ball being swung in a circle on the end of a string at a constant speed of 5.00 m/s if it takes 1.00s to complete each circle?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Uniform Circular Motion</dc:title>
  <dc:creator>Linda</dc:creator>
  <cp:lastModifiedBy>Nestor, Gregory</cp:lastModifiedBy>
  <cp:revision>22</cp:revision>
  <cp:lastPrinted>2020-03-04T13:05:37Z</cp:lastPrinted>
  <dcterms:created xsi:type="dcterms:W3CDTF">2011-09-21T10:41:56Z</dcterms:created>
  <dcterms:modified xsi:type="dcterms:W3CDTF">2020-03-04T13:37:04Z</dcterms:modified>
</cp:coreProperties>
</file>