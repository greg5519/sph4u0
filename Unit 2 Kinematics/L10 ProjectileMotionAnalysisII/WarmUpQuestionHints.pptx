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dirty="0"/>
              <a:t>Projectile Motion Analysis II – Mar 02</a:t>
            </a:r>
            <a:br>
              <a:rPr lang="en-CA" dirty="0"/>
            </a:br>
            <a:r>
              <a:rPr lang="en-CA" sz="2800" dirty="0"/>
              <a:t>(Unit 2: Kinematics – Day 13)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Projectile Motion Analysis</a:t>
            </a:r>
          </a:p>
          <a:p>
            <a:pPr lvl="2"/>
            <a:r>
              <a:rPr lang="en-CA" dirty="0"/>
              <a:t>Discussion: Projectile Motion Conditions (Question #2)</a:t>
            </a:r>
          </a:p>
          <a:p>
            <a:pPr lvl="2"/>
            <a:r>
              <a:rPr lang="en-CA" dirty="0"/>
              <a:t>HW: Projectile Motion Sample Part II (from Friday)</a:t>
            </a:r>
          </a:p>
          <a:p>
            <a:pPr lvl="2"/>
            <a:r>
              <a:rPr lang="en-CA" dirty="0"/>
              <a:t>HW: Projectile Motion Practice II (New Today)</a:t>
            </a:r>
          </a:p>
          <a:p>
            <a:pPr lvl="2"/>
            <a:r>
              <a:rPr lang="en-CA" dirty="0"/>
              <a:t>HW: Projectile Motion Review (</a:t>
            </a:r>
            <a:r>
              <a:rPr lang="en-CA" b="1" i="1" dirty="0"/>
              <a:t>Hard</a:t>
            </a:r>
            <a:r>
              <a:rPr lang="en-CA" dirty="0"/>
              <a:t>, Tomorrow)</a:t>
            </a:r>
          </a:p>
          <a:p>
            <a:pPr lvl="2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Due ASAP: Three Method 2D Analysis Comparison</a:t>
            </a:r>
          </a:p>
          <a:p>
            <a:pPr lvl="1"/>
            <a:r>
              <a:rPr lang="en-CA" dirty="0"/>
              <a:t>Due ASAP: Projectile Motion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/>
              <a:t>Projectile Motion Conditions </a:t>
            </a:r>
            <a:r>
              <a:rPr lang="en-CA" sz="4000" dirty="0" smtClean="0"/>
              <a:t>#2</a:t>
            </a:r>
            <a:br>
              <a:rPr lang="en-CA" sz="4000" dirty="0" smtClean="0"/>
            </a:br>
            <a:r>
              <a:rPr lang="en-CA" sz="4000" dirty="0" smtClean="0"/>
              <a:t>(Hints)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CA" dirty="0" smtClean="0"/>
                  <a:t>Need To Find</a:t>
                </a:r>
              </a:p>
              <a:p>
                <a:pPr lvl="1"/>
                <a:r>
                  <a:rPr lang="el-GR" sz="2600" dirty="0">
                    <a:solidFill>
                      <a:srgbClr val="FF0000"/>
                    </a:solidFill>
                  </a:rPr>
                  <a:t>Δ</a:t>
                </a:r>
                <a:r>
                  <a:rPr lang="en-CA" sz="2600" dirty="0" smtClean="0">
                    <a:solidFill>
                      <a:srgbClr val="FF0000"/>
                    </a:solidFill>
                  </a:rPr>
                  <a:t>t  when </a:t>
                </a:r>
                <a:r>
                  <a:rPr lang="el-GR" sz="2600" dirty="0" smtClean="0">
                    <a:solidFill>
                      <a:srgbClr val="FF0000"/>
                    </a:solidFill>
                  </a:rPr>
                  <a:t>Δ</a:t>
                </a:r>
                <a:r>
                  <a:rPr lang="en-CA" sz="2600" dirty="0" err="1" smtClean="0">
                    <a:solidFill>
                      <a:srgbClr val="FF0000"/>
                    </a:solidFill>
                  </a:rPr>
                  <a:t>d</a:t>
                </a:r>
                <a:r>
                  <a:rPr lang="en-CA" sz="2600" baseline="-25000" dirty="0" err="1" smtClean="0">
                    <a:solidFill>
                      <a:srgbClr val="FF0000"/>
                    </a:solidFill>
                  </a:rPr>
                  <a:t>y</a:t>
                </a:r>
                <a:r>
                  <a:rPr lang="en-CA" sz="2600" dirty="0" smtClean="0">
                    <a:solidFill>
                      <a:srgbClr val="FF0000"/>
                    </a:solidFill>
                  </a:rPr>
                  <a:t> = 2.44 m  (Top of net)</a:t>
                </a:r>
              </a:p>
              <a:p>
                <a:pPr lvl="1"/>
                <a:endParaRPr lang="en-CA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dirty="0" smtClean="0"/>
                  <a:t>Analysis </a:t>
                </a:r>
                <a:r>
                  <a:rPr lang="en-CA" dirty="0" smtClean="0"/>
                  <a:t>in y-axis (vertical)</a:t>
                </a:r>
              </a:p>
              <a:p>
                <a:pPr lvl="1"/>
                <a:r>
                  <a:rPr lang="en-CA" dirty="0" smtClean="0"/>
                  <a:t>Start with:   	</a:t>
                </a:r>
                <a:r>
                  <a:rPr lang="el-GR" dirty="0" smtClean="0"/>
                  <a:t>Δ</a:t>
                </a:r>
                <a:r>
                  <a:rPr lang="en-CA" dirty="0" smtClean="0"/>
                  <a:t>d = V</a:t>
                </a:r>
                <a:r>
                  <a:rPr lang="en-CA" baseline="-25000" dirty="0" smtClean="0"/>
                  <a:t>1</a:t>
                </a:r>
                <a:r>
                  <a:rPr lang="el-GR" dirty="0"/>
                  <a:t> </a:t>
                </a:r>
                <a:r>
                  <a:rPr lang="el-GR" dirty="0" smtClean="0"/>
                  <a:t>Δ</a:t>
                </a:r>
                <a:r>
                  <a:rPr lang="en-CA" dirty="0" smtClean="0"/>
                  <a:t>t + ½a</a:t>
                </a:r>
                <a:r>
                  <a:rPr lang="el-GR" dirty="0"/>
                  <a:t> </a:t>
                </a:r>
                <a:r>
                  <a:rPr lang="el-GR" dirty="0" smtClean="0"/>
                  <a:t>Δ</a:t>
                </a:r>
                <a:r>
                  <a:rPr lang="en-CA" dirty="0" smtClean="0"/>
                  <a:t>t</a:t>
                </a:r>
                <a:r>
                  <a:rPr lang="en-CA" baseline="30000" dirty="0" smtClean="0"/>
                  <a:t>2</a:t>
                </a:r>
              </a:p>
              <a:p>
                <a:pPr lvl="1"/>
                <a:r>
                  <a:rPr lang="en-CA" dirty="0" smtClean="0"/>
                  <a:t>Rearrange:   	0 = ½</a:t>
                </a:r>
                <a:r>
                  <a:rPr lang="en-CA" dirty="0"/>
                  <a:t>a</a:t>
                </a:r>
                <a:r>
                  <a:rPr lang="el-GR" dirty="0"/>
                  <a:t> Δ</a:t>
                </a:r>
                <a:r>
                  <a:rPr lang="en-CA" dirty="0" smtClean="0"/>
                  <a:t>t</a:t>
                </a:r>
                <a:r>
                  <a:rPr lang="en-CA" baseline="30000" dirty="0" smtClean="0"/>
                  <a:t>2 </a:t>
                </a:r>
                <a:r>
                  <a:rPr lang="en-CA" dirty="0" smtClean="0"/>
                  <a:t>+ </a:t>
                </a:r>
                <a:r>
                  <a:rPr lang="en-CA" dirty="0"/>
                  <a:t>V</a:t>
                </a:r>
                <a:r>
                  <a:rPr lang="en-CA" baseline="-25000" dirty="0"/>
                  <a:t>1 </a:t>
                </a:r>
                <a:r>
                  <a:rPr lang="el-GR" dirty="0" smtClean="0"/>
                  <a:t>Δ</a:t>
                </a:r>
                <a:r>
                  <a:rPr lang="en-CA" dirty="0"/>
                  <a:t>t </a:t>
                </a:r>
                <a:r>
                  <a:rPr lang="en-CA" dirty="0" smtClean="0"/>
                  <a:t>– </a:t>
                </a:r>
                <a:r>
                  <a:rPr lang="el-GR" dirty="0"/>
                  <a:t>Δ</a:t>
                </a:r>
                <a:r>
                  <a:rPr lang="en-CA" dirty="0" smtClean="0"/>
                  <a:t>d</a:t>
                </a:r>
                <a:br>
                  <a:rPr lang="en-CA" dirty="0" smtClean="0"/>
                </a:br>
                <a:endParaRPr lang="en-CA" baseline="30000" dirty="0"/>
              </a:p>
              <a:p>
                <a:pPr lvl="1"/>
                <a:r>
                  <a:rPr lang="en-CA" dirty="0" smtClean="0"/>
                  <a:t>Compare to:	0 = ax</a:t>
                </a:r>
                <a:r>
                  <a:rPr lang="en-CA" baseline="30000" dirty="0" smtClean="0"/>
                  <a:t>2</a:t>
                </a:r>
                <a:r>
                  <a:rPr lang="en-CA" dirty="0" smtClean="0"/>
                  <a:t> +</a:t>
                </a:r>
                <a:r>
                  <a:rPr lang="en-CA" dirty="0" err="1" smtClean="0"/>
                  <a:t>bx</a:t>
                </a:r>
                <a:r>
                  <a:rPr lang="en-CA" dirty="0" smtClean="0"/>
                  <a:t> + c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CA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dirty="0" smtClean="0"/>
                  <a:t>Quadratic Formula</a:t>
                </a:r>
              </a:p>
              <a:p>
                <a:pPr lvl="1"/>
                <a:r>
                  <a:rPr lang="en-US" dirty="0"/>
                  <a:t>S</a:t>
                </a:r>
                <a:r>
                  <a:rPr lang="en-US" dirty="0" smtClean="0"/>
                  <a:t>olve for: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64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 smtClean="0"/>
              <a:t>Projectile Motion – Review Problem #2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342798"/>
            <a:ext cx="7886700" cy="1834164"/>
          </a:xfrm>
        </p:spPr>
        <p:txBody>
          <a:bodyPr>
            <a:normAutofit fontScale="92500" lnSpcReduction="10000"/>
          </a:bodyPr>
          <a:lstStyle/>
          <a:p>
            <a:r>
              <a:rPr lang="en-CA" dirty="0" smtClean="0"/>
              <a:t>Hints: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 smtClean="0"/>
              <a:t>Unknowns are:   </a:t>
            </a:r>
            <a:r>
              <a:rPr lang="en-CA" i="1" dirty="0" smtClean="0">
                <a:solidFill>
                  <a:srgbClr val="FF0000"/>
                </a:solidFill>
              </a:rPr>
              <a:t>v </a:t>
            </a:r>
            <a:r>
              <a:rPr lang="en-CA" i="1" dirty="0">
                <a:solidFill>
                  <a:srgbClr val="FF0000"/>
                </a:solidFill>
              </a:rPr>
              <a:t>and </a:t>
            </a:r>
            <a:r>
              <a:rPr lang="el-GR" i="1" dirty="0">
                <a:solidFill>
                  <a:srgbClr val="FF0000"/>
                </a:solidFill>
              </a:rPr>
              <a:t>Δ</a:t>
            </a:r>
            <a:r>
              <a:rPr lang="en-CA" i="1" dirty="0" smtClean="0">
                <a:solidFill>
                  <a:srgbClr val="FF0000"/>
                </a:solidFill>
              </a:rPr>
              <a:t>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 smtClean="0"/>
              <a:t>Write </a:t>
            </a:r>
            <a:r>
              <a:rPr lang="en-CA" b="1" dirty="0" smtClean="0"/>
              <a:t>x-axis</a:t>
            </a:r>
            <a:r>
              <a:rPr lang="en-CA" dirty="0" smtClean="0"/>
              <a:t> equation in terms of:   </a:t>
            </a:r>
            <a:r>
              <a:rPr lang="en-CA" i="1" dirty="0" smtClean="0"/>
              <a:t>v and </a:t>
            </a:r>
            <a:r>
              <a:rPr lang="el-GR" i="1" dirty="0" smtClean="0"/>
              <a:t>Δ</a:t>
            </a:r>
            <a:r>
              <a:rPr lang="en-CA" i="1" dirty="0" smtClean="0"/>
              <a:t>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/>
              <a:t>Write </a:t>
            </a:r>
            <a:r>
              <a:rPr lang="en-CA" b="1" dirty="0" smtClean="0"/>
              <a:t>y-axis</a:t>
            </a:r>
            <a:r>
              <a:rPr lang="en-CA" dirty="0" smtClean="0"/>
              <a:t> </a:t>
            </a:r>
            <a:r>
              <a:rPr lang="en-CA" dirty="0"/>
              <a:t>equation in terms of: </a:t>
            </a:r>
            <a:r>
              <a:rPr lang="en-CA" dirty="0" smtClean="0"/>
              <a:t>  </a:t>
            </a:r>
            <a:r>
              <a:rPr lang="en-CA" i="1" dirty="0" smtClean="0"/>
              <a:t>v </a:t>
            </a:r>
            <a:r>
              <a:rPr lang="en-CA" i="1" dirty="0"/>
              <a:t>and </a:t>
            </a:r>
            <a:r>
              <a:rPr lang="el-GR" i="1" dirty="0"/>
              <a:t>Δ</a:t>
            </a:r>
            <a:r>
              <a:rPr lang="en-CA" i="1" dirty="0"/>
              <a:t>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CA" dirty="0" smtClean="0"/>
              <a:t>Solve POI.  Two equations, two unknowns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426175"/>
            <a:ext cx="7629553" cy="279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4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</TotalTime>
  <Words>143</Words>
  <Application>Microsoft Office PowerPoint</Application>
  <PresentationFormat>On-screen Show (4:3)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Projectile Motion Analysis II – Mar 02 (Unit 2: Kinematics – Day 13)</vt:lpstr>
      <vt:lpstr>Projectile Motion Conditions #2 (Hints)</vt:lpstr>
      <vt:lpstr>Projectile Motion – Review Problem #2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63</cp:revision>
  <dcterms:created xsi:type="dcterms:W3CDTF">2020-01-30T20:52:43Z</dcterms:created>
  <dcterms:modified xsi:type="dcterms:W3CDTF">2020-03-02T14:04:40Z</dcterms:modified>
</cp:coreProperties>
</file>