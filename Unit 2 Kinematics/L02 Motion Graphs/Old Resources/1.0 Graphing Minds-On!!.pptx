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4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914A-BFA4-461B-8592-8D37B96E82E9}" type="datetimeFigureOut">
              <a:rPr lang="en-US" smtClean="0"/>
              <a:t>9/16/2019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0F81-41DB-4FD6-84CF-CCF690CD9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914A-BFA4-461B-8592-8D37B96E82E9}" type="datetimeFigureOut">
              <a:rPr lang="en-US" smtClean="0"/>
              <a:t>9/16/2019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0F81-41DB-4FD6-84CF-CCF690CD9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11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914A-BFA4-461B-8592-8D37B96E82E9}" type="datetimeFigureOut">
              <a:rPr lang="en-US" smtClean="0"/>
              <a:t>9/16/2019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0F81-41DB-4FD6-84CF-CCF690CD9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57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914A-BFA4-461B-8592-8D37B96E82E9}" type="datetimeFigureOut">
              <a:rPr lang="en-US" smtClean="0"/>
              <a:t>9/16/2019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0F81-41DB-4FD6-84CF-CCF690CD9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42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914A-BFA4-461B-8592-8D37B96E82E9}" type="datetimeFigureOut">
              <a:rPr lang="en-US" smtClean="0"/>
              <a:t>9/16/2019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0F81-41DB-4FD6-84CF-CCF690CD9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30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914A-BFA4-461B-8592-8D37B96E82E9}" type="datetimeFigureOut">
              <a:rPr lang="en-US" smtClean="0"/>
              <a:t>9/16/2019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0F81-41DB-4FD6-84CF-CCF690CD9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5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914A-BFA4-461B-8592-8D37B96E82E9}" type="datetimeFigureOut">
              <a:rPr lang="en-US" smtClean="0"/>
              <a:t>9/16/2019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0F81-41DB-4FD6-84CF-CCF690CD9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92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914A-BFA4-461B-8592-8D37B96E82E9}" type="datetimeFigureOut">
              <a:rPr lang="en-US" smtClean="0"/>
              <a:t>9/16/2019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0F81-41DB-4FD6-84CF-CCF690CD9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657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914A-BFA4-461B-8592-8D37B96E82E9}" type="datetimeFigureOut">
              <a:rPr lang="en-US" smtClean="0"/>
              <a:t>9/16/2019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0F81-41DB-4FD6-84CF-CCF690CD9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810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914A-BFA4-461B-8592-8D37B96E82E9}" type="datetimeFigureOut">
              <a:rPr lang="en-US" smtClean="0"/>
              <a:t>9/16/2019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0F81-41DB-4FD6-84CF-CCF690CD9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15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914A-BFA4-461B-8592-8D37B96E82E9}" type="datetimeFigureOut">
              <a:rPr lang="en-US" smtClean="0"/>
              <a:t>9/16/2019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0F81-41DB-4FD6-84CF-CCF690CD9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59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2914A-BFA4-461B-8592-8D37B96E82E9}" type="datetimeFigureOut">
              <a:rPr lang="en-US" smtClean="0"/>
              <a:t>9/16/2019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20F81-41DB-4FD6-84CF-CCF690CD9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99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2200" y="292099"/>
            <a:ext cx="9144000" cy="906463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Graphing Minds-On!!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812" y="1296987"/>
            <a:ext cx="9513888" cy="365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459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404812"/>
            <a:ext cx="10952163" cy="4684016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298700" y="2058275"/>
            <a:ext cx="1574800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873500" y="3144345"/>
            <a:ext cx="1574800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448300" y="3781972"/>
            <a:ext cx="1574800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7132092" y="2222938"/>
            <a:ext cx="1586239" cy="902139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718331" y="2222939"/>
            <a:ext cx="1683792" cy="902137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3862061" y="2150241"/>
            <a:ext cx="11439" cy="1012533"/>
          </a:xfrm>
          <a:prstGeom prst="line">
            <a:avLst/>
          </a:prstGeom>
          <a:ln w="95250">
            <a:solidFill>
              <a:srgbClr val="FF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5448300" y="3162775"/>
            <a:ext cx="0" cy="619197"/>
          </a:xfrm>
          <a:prstGeom prst="line">
            <a:avLst/>
          </a:prstGeom>
          <a:ln w="95250">
            <a:solidFill>
              <a:srgbClr val="FF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7027041" y="3144345"/>
            <a:ext cx="0" cy="619197"/>
          </a:xfrm>
          <a:prstGeom prst="line">
            <a:avLst/>
          </a:prstGeom>
          <a:ln w="95250">
            <a:solidFill>
              <a:srgbClr val="FF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19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Graphing Minds-On!!</vt:lpstr>
      <vt:lpstr>PowerPoint Presentation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Graphing Minds-On!!</dc:title>
  <dc:creator>Ryan, Linda</dc:creator>
  <cp:lastModifiedBy>Ryan, Linda</cp:lastModifiedBy>
  <cp:revision>5</cp:revision>
  <dcterms:created xsi:type="dcterms:W3CDTF">2019-09-16T12:46:20Z</dcterms:created>
  <dcterms:modified xsi:type="dcterms:W3CDTF">2019-09-16T20:30:20Z</dcterms:modified>
</cp:coreProperties>
</file>