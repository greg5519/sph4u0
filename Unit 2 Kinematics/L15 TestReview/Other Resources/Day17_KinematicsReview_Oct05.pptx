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50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 smtClean="0"/>
              <a:t>Kinematics Unit Review – </a:t>
            </a:r>
            <a:r>
              <a:rPr lang="en-US" sz="4000" dirty="0" smtClean="0"/>
              <a:t>Oct </a:t>
            </a:r>
            <a:r>
              <a:rPr lang="en-US" sz="4000" dirty="0" smtClean="0"/>
              <a:t>05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4000" dirty="0" smtClean="0"/>
              <a:t>(Kinematics Day </a:t>
            </a:r>
            <a:r>
              <a:rPr lang="en-US" sz="4000" dirty="0" smtClean="0"/>
              <a:t>17)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Agenda</a:t>
            </a:r>
          </a:p>
          <a:p>
            <a:pPr lvl="1"/>
            <a:r>
              <a:rPr lang="en-CA" dirty="0" smtClean="0"/>
              <a:t>Supply Day</a:t>
            </a:r>
          </a:p>
          <a:p>
            <a:pPr lvl="1"/>
            <a:r>
              <a:rPr lang="en-CA" dirty="0" smtClean="0"/>
              <a:t>Worksheet: Practice Kinematics Unit Test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Objectives</a:t>
            </a:r>
          </a:p>
          <a:p>
            <a:pPr lvl="1"/>
            <a:r>
              <a:rPr lang="en-CA" dirty="0" smtClean="0"/>
              <a:t>To </a:t>
            </a:r>
            <a:r>
              <a:rPr lang="en-CA" dirty="0" smtClean="0"/>
              <a:t>review the concepts of </a:t>
            </a:r>
            <a:r>
              <a:rPr lang="en-CA" dirty="0" smtClean="0"/>
              <a:t>2D vector analysis</a:t>
            </a:r>
          </a:p>
          <a:p>
            <a:pPr lvl="1"/>
            <a:r>
              <a:rPr lang="en-CA" dirty="0" smtClean="0"/>
              <a:t>To review the concepts of </a:t>
            </a:r>
            <a:r>
              <a:rPr lang="en-CA" dirty="0" smtClean="0"/>
              <a:t>2D Motion</a:t>
            </a:r>
            <a:endParaRPr lang="en-CA" dirty="0" smtClean="0"/>
          </a:p>
          <a:p>
            <a:pPr lvl="1"/>
            <a:endParaRPr lang="en-CA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Upcoming</a:t>
            </a:r>
          </a:p>
          <a:p>
            <a:pPr lvl="1"/>
            <a:r>
              <a:rPr lang="en-CA" b="1" smtClean="0"/>
              <a:t>TOMORROW  </a:t>
            </a:r>
            <a:r>
              <a:rPr lang="en-CA" b="1" dirty="0" smtClean="0"/>
              <a:t>Oct 6</a:t>
            </a:r>
            <a:r>
              <a:rPr lang="en-CA" b="1" baseline="30000" dirty="0" smtClean="0"/>
              <a:t>th</a:t>
            </a:r>
            <a:r>
              <a:rPr lang="en-CA" b="1" dirty="0" smtClean="0"/>
              <a:t> : Kinematics Unit Test</a:t>
            </a:r>
          </a:p>
          <a:p>
            <a:pPr lvl="1"/>
            <a:r>
              <a:rPr lang="en-CA" b="1" dirty="0" smtClean="0"/>
              <a:t>Tue. Oct 11</a:t>
            </a:r>
            <a:r>
              <a:rPr lang="en-CA" b="1" baseline="30000" dirty="0" smtClean="0"/>
              <a:t>th</a:t>
            </a:r>
            <a:r>
              <a:rPr lang="en-CA" b="1" dirty="0" smtClean="0"/>
              <a:t>: Circular Motion Lab DUE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</TotalTime>
  <Words>48</Words>
  <Application>Microsoft Office PowerPoint</Application>
  <PresentationFormat>On-screen Show (4:3)</PresentationFormat>
  <Paragraphs>13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Kinematics Unit Review – Oct 05 (Kinematics Day 17)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Day – Sep 06</dc:title>
  <dc:creator>Greg</dc:creator>
  <cp:lastModifiedBy>Greg</cp:lastModifiedBy>
  <cp:revision>92</cp:revision>
  <cp:lastPrinted>2016-09-29T19:09:33Z</cp:lastPrinted>
  <dcterms:created xsi:type="dcterms:W3CDTF">2006-08-16T00:00:00Z</dcterms:created>
  <dcterms:modified xsi:type="dcterms:W3CDTF">2016-10-03T00:23:57Z</dcterms:modified>
</cp:coreProperties>
</file>