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-150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dirty="0" smtClean="0"/>
              <a:t>Circular Motion Lab – Oct 04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4000" dirty="0" smtClean="0"/>
              <a:t>(Kinematics Day 16)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Agenda</a:t>
            </a:r>
          </a:p>
          <a:p>
            <a:pPr lvl="1"/>
            <a:r>
              <a:rPr lang="en-CA" dirty="0" smtClean="0"/>
              <a:t>Lab: </a:t>
            </a:r>
            <a:r>
              <a:rPr lang="en-US" dirty="0" smtClean="0"/>
              <a:t>Analysis of Acceleration Vectors in Circular </a:t>
            </a:r>
            <a:r>
              <a:rPr lang="en-US" dirty="0" smtClean="0"/>
              <a:t>Motion</a:t>
            </a:r>
          </a:p>
          <a:p>
            <a:pPr lvl="2"/>
            <a:r>
              <a:rPr lang="en-US" dirty="0" smtClean="0"/>
              <a:t>DUE: Tue. Oct 11</a:t>
            </a:r>
            <a:r>
              <a:rPr lang="en-US" baseline="30000" dirty="0" smtClean="0"/>
              <a:t>th</a:t>
            </a:r>
            <a:r>
              <a:rPr lang="en-US" dirty="0" smtClean="0"/>
              <a:t> </a:t>
            </a:r>
            <a:endParaRPr lang="en-CA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Objectives</a:t>
            </a:r>
          </a:p>
          <a:p>
            <a:pPr lvl="1"/>
            <a:r>
              <a:rPr lang="en-CA" dirty="0" smtClean="0"/>
              <a:t>To </a:t>
            </a:r>
            <a:r>
              <a:rPr lang="en-CA" dirty="0" smtClean="0"/>
              <a:t>apply the concepts of centripetal acceleration.</a:t>
            </a:r>
            <a:endParaRPr lang="en-CA" dirty="0" smtClean="0"/>
          </a:p>
          <a:p>
            <a:pPr lvl="1"/>
            <a:r>
              <a:rPr lang="en-CA" dirty="0"/>
              <a:t>To </a:t>
            </a:r>
            <a:r>
              <a:rPr lang="en-CA" dirty="0" smtClean="0"/>
              <a:t>apply vector analysis in the context of circular motion.</a:t>
            </a:r>
            <a:endParaRPr lang="en-CA" dirty="0" smtClean="0"/>
          </a:p>
          <a:p>
            <a:pPr lvl="1"/>
            <a:endParaRPr lang="en-CA" dirty="0" smtClean="0"/>
          </a:p>
          <a:p>
            <a:pPr lvl="1"/>
            <a:endParaRPr lang="en-US" dirty="0" smtClean="0"/>
          </a:p>
          <a:p>
            <a:r>
              <a:rPr lang="en-US" dirty="0" smtClean="0"/>
              <a:t>Upcoming</a:t>
            </a:r>
          </a:p>
          <a:p>
            <a:pPr lvl="1"/>
            <a:r>
              <a:rPr lang="en-CA" b="1" smtClean="0"/>
              <a:t>Thu</a:t>
            </a:r>
            <a:r>
              <a:rPr lang="en-CA" b="1" dirty="0" smtClean="0"/>
              <a:t>. Oct 6</a:t>
            </a:r>
            <a:r>
              <a:rPr lang="en-CA" b="1" baseline="30000" dirty="0" smtClean="0"/>
              <a:t>th</a:t>
            </a:r>
            <a:r>
              <a:rPr lang="en-CA" b="1" dirty="0" smtClean="0"/>
              <a:t> : Kinematics Unit </a:t>
            </a:r>
            <a:r>
              <a:rPr lang="en-CA" b="1" dirty="0" smtClean="0"/>
              <a:t>Test</a:t>
            </a:r>
          </a:p>
          <a:p>
            <a:pPr lvl="1"/>
            <a:r>
              <a:rPr lang="en-CA" b="1" dirty="0" smtClean="0"/>
              <a:t>Tue. Oct 11</a:t>
            </a:r>
            <a:r>
              <a:rPr lang="en-CA" b="1" baseline="30000" dirty="0" smtClean="0"/>
              <a:t>th</a:t>
            </a:r>
            <a:r>
              <a:rPr lang="en-CA" b="1" dirty="0" smtClean="0"/>
              <a:t>: Circular Motion Lab DUE</a:t>
            </a:r>
            <a:endParaRPr lang="en-CA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</TotalTime>
  <Words>60</Words>
  <Application>Microsoft Office PowerPoint</Application>
  <PresentationFormat>On-screen Show (4:3)</PresentationFormat>
  <Paragraphs>13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Circular Motion Lab – Oct 04 (Kinematics Day 16)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First Day – Sep 06</dc:title>
  <dc:creator>Greg</dc:creator>
  <cp:lastModifiedBy>Greg</cp:lastModifiedBy>
  <cp:revision>91</cp:revision>
  <cp:lastPrinted>2016-09-29T19:09:33Z</cp:lastPrinted>
  <dcterms:created xsi:type="dcterms:W3CDTF">2006-08-16T00:00:00Z</dcterms:created>
  <dcterms:modified xsi:type="dcterms:W3CDTF">2016-10-03T00:20:05Z</dcterms:modified>
</cp:coreProperties>
</file>