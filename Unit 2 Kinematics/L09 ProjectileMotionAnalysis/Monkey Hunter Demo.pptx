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DFFC6-5BD0-46B5-B6AE-A4CEEDE3D24C}" type="datetimeFigureOut">
              <a:rPr lang="en-US" smtClean="0"/>
              <a:t>2/27/2020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0jGZnMf3rPo" TargetMode="External"/><Relationship Id="rId4" Type="http://schemas.openxmlformats.org/officeDocument/2006/relationships/hyperlink" Target="http://www.youtube.com/watch?v=cxvsHNRXLj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214290"/>
            <a:ext cx="7772400" cy="957268"/>
          </a:xfrm>
        </p:spPr>
        <p:txBody>
          <a:bodyPr/>
          <a:lstStyle/>
          <a:p>
            <a:r>
              <a:rPr lang="en-CA" dirty="0" smtClean="0"/>
              <a:t>Monkey Hunter Demo</a:t>
            </a:r>
            <a:endParaRPr lang="en-CA" dirty="0"/>
          </a:p>
        </p:txBody>
      </p:sp>
      <p:pic>
        <p:nvPicPr>
          <p:cNvPr id="1026" name="Picture 2" descr="http://www.physics.ucla.edu/demoweb/demomanual/mechanics/ballistics/monkey_and_hunte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928670"/>
            <a:ext cx="3786214" cy="2860696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8596" y="3357562"/>
            <a:ext cx="7772400" cy="1928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hunter</a:t>
            </a:r>
            <a:r>
              <a:rPr kumimoji="0" lang="en-CA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aims at the </a:t>
            </a:r>
            <a:r>
              <a:rPr kumimoji="0" lang="en-CA" sz="2400" b="1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monke</a:t>
            </a:r>
            <a:r>
              <a:rPr lang="en-CA" sz="2400" b="1" dirty="0" smtClean="0">
                <a:latin typeface="+mj-lt"/>
                <a:ea typeface="+mj-ea"/>
                <a:cs typeface="+mj-cs"/>
              </a:rPr>
              <a:t>y in the tree.  Just as the hunter shoots the gun, the monkey lets go and falls due to gravity.   </a:t>
            </a:r>
            <a:r>
              <a:rPr kumimoji="0" lang="en-CA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What</a:t>
            </a:r>
            <a:r>
              <a:rPr kumimoji="0" lang="en-CA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happens? </a:t>
            </a:r>
            <a:endParaRPr kumimoji="0" lang="en-CA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44" y="4929198"/>
            <a:ext cx="8858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CA" sz="2400" dirty="0" smtClean="0"/>
              <a:t>The bullet hits the tree right at the monkey’s original position.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tree above the monkey’s position as he is falling.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monkey as he is falling.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tree below the monkey’s position as he is falling.</a:t>
            </a:r>
            <a:r>
              <a:rPr lang="en-CA" dirty="0" smtClean="0"/>
              <a:t>  </a:t>
            </a:r>
            <a:endParaRPr lang="en-CA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5715016"/>
            <a:ext cx="435662" cy="386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57392" y="1158603"/>
            <a:ext cx="4054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hlinkClick r:id="rId4"/>
              </a:rPr>
              <a:t>An awesome demo</a:t>
            </a:r>
            <a:r>
              <a:rPr lang="en-CA" dirty="0" smtClean="0">
                <a:hlinkClick r:id="rId4"/>
              </a:rPr>
              <a:t>...</a:t>
            </a:r>
            <a:endParaRPr lang="en-CA" dirty="0" smtClean="0"/>
          </a:p>
          <a:p>
            <a:r>
              <a:rPr lang="en-CA" sz="1400" dirty="0">
                <a:hlinkClick r:id="rId4"/>
              </a:rPr>
              <a:t>http://</a:t>
            </a:r>
            <a:r>
              <a:rPr lang="en-CA" sz="1400" dirty="0" smtClean="0">
                <a:hlinkClick r:id="rId4"/>
              </a:rPr>
              <a:t>www.youtube.com/watch?v=cxvsHNRXLjw</a:t>
            </a:r>
            <a:endParaRPr lang="en-CA" sz="1400" dirty="0" smtClean="0"/>
          </a:p>
          <a:p>
            <a:r>
              <a:rPr lang="en-US" sz="1400">
                <a:hlinkClick r:id="rId5"/>
              </a:rPr>
              <a:t>https</a:t>
            </a:r>
            <a:r>
              <a:rPr lang="en-US" sz="1400">
                <a:hlinkClick r:id="rId5"/>
              </a:rPr>
              <a:t>://</a:t>
            </a:r>
            <a:r>
              <a:rPr lang="en-US" sz="1400" smtClean="0">
                <a:hlinkClick r:id="rId5"/>
              </a:rPr>
              <a:t>www.youtube.com/watch?v=0jGZnMf3rPo</a:t>
            </a:r>
            <a:endParaRPr lang="en-US" sz="1400" smtClean="0"/>
          </a:p>
          <a:p>
            <a:endParaRPr lang="en-CA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94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Monkey Hunter Demo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Monkey Hunter Demo</dc:title>
  <dc:creator>Peel District School Board</dc:creator>
  <cp:lastModifiedBy>Nestor, Gregory</cp:lastModifiedBy>
  <cp:revision>4</cp:revision>
  <dcterms:created xsi:type="dcterms:W3CDTF">2013-10-07T17:33:54Z</dcterms:created>
  <dcterms:modified xsi:type="dcterms:W3CDTF">2020-02-27T20:07:34Z</dcterms:modified>
</cp:coreProperties>
</file>