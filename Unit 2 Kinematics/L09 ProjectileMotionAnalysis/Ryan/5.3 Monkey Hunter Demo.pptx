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504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DFFC6-5BD0-46B5-B6AE-A4CEEDE3D24C}" type="datetimeFigureOut">
              <a:rPr lang="en-US" smtClean="0"/>
              <a:t>10/7/2013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2025A-35F9-41AB-932D-605FA0311033}" type="slidenum">
              <a:rPr lang="en-CA" smtClean="0"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youtube.com/watch?v=cxvsHNRXLj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214290"/>
            <a:ext cx="7772400" cy="957268"/>
          </a:xfrm>
        </p:spPr>
        <p:txBody>
          <a:bodyPr/>
          <a:lstStyle/>
          <a:p>
            <a:r>
              <a:rPr lang="en-CA" dirty="0" smtClean="0"/>
              <a:t>Monkey Hunter Demo</a:t>
            </a:r>
            <a:endParaRPr lang="en-CA" dirty="0"/>
          </a:p>
        </p:txBody>
      </p:sp>
      <p:pic>
        <p:nvPicPr>
          <p:cNvPr id="1026" name="Picture 2" descr="http://www.physics.ucla.edu/demoweb/demomanual/mechanics/ballistics/monkey_and_hunter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0364" y="928670"/>
            <a:ext cx="3786214" cy="2860696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28596" y="3357562"/>
            <a:ext cx="7772400" cy="1928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hunter</a:t>
            </a:r>
            <a:r>
              <a:rPr kumimoji="0" lang="en-CA" sz="2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aims at the </a:t>
            </a:r>
            <a:r>
              <a:rPr kumimoji="0" lang="en-CA" sz="2400" b="1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monke</a:t>
            </a:r>
            <a:r>
              <a:rPr lang="en-CA" sz="2400" b="1" dirty="0" smtClean="0">
                <a:latin typeface="+mj-lt"/>
                <a:ea typeface="+mj-ea"/>
                <a:cs typeface="+mj-cs"/>
              </a:rPr>
              <a:t>y in the tree.  Just as the hunter shoots the gun, the monkey lets go and falls due to gravity.   </a:t>
            </a:r>
            <a:r>
              <a:rPr kumimoji="0" lang="en-CA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What</a:t>
            </a:r>
            <a:r>
              <a:rPr kumimoji="0" lang="en-CA" sz="2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happens? </a:t>
            </a:r>
            <a:endParaRPr kumimoji="0" lang="en-CA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844" y="4929198"/>
            <a:ext cx="88583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CA" sz="2400" dirty="0" smtClean="0"/>
              <a:t>The bullet hits the tree right at the monkey’s original position.</a:t>
            </a:r>
          </a:p>
          <a:p>
            <a:pPr marL="342900" indent="-342900">
              <a:buAutoNum type="alphaLcParenR"/>
            </a:pPr>
            <a:r>
              <a:rPr lang="en-CA" sz="2400" dirty="0" smtClean="0"/>
              <a:t>The bullet hits the tree above the monkey’s position as he is falling.</a:t>
            </a:r>
          </a:p>
          <a:p>
            <a:pPr marL="342900" indent="-342900">
              <a:buAutoNum type="alphaLcParenR"/>
            </a:pPr>
            <a:r>
              <a:rPr lang="en-CA" sz="2400" dirty="0" smtClean="0"/>
              <a:t>The bullet hits the monkey as he is falling.</a:t>
            </a:r>
          </a:p>
          <a:p>
            <a:pPr marL="342900" indent="-342900">
              <a:buAutoNum type="alphaLcParenR"/>
            </a:pPr>
            <a:r>
              <a:rPr lang="en-CA" sz="2400" dirty="0" smtClean="0"/>
              <a:t>The bullet hits the tree below the monkey’s position as he is falling.</a:t>
            </a:r>
            <a:r>
              <a:rPr lang="en-CA" dirty="0" smtClean="0"/>
              <a:t>  </a:t>
            </a:r>
            <a:endParaRPr lang="en-CA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8" y="5715016"/>
            <a:ext cx="435662" cy="386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285720" y="2000240"/>
            <a:ext cx="22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hlinkClick r:id="rId4"/>
              </a:rPr>
              <a:t>An awesome demo...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88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Monkey Hunter Demo</vt:lpstr>
    </vt:vector>
  </TitlesOfParts>
  <Company>Peel District School Board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Monkey Hunter Demo</dc:title>
  <dc:creator>Peel District School Board</dc:creator>
  <cp:lastModifiedBy>Peel District School Board</cp:lastModifiedBy>
  <cp:revision>3</cp:revision>
  <dcterms:created xsi:type="dcterms:W3CDTF">2013-10-07T17:33:54Z</dcterms:created>
  <dcterms:modified xsi:type="dcterms:W3CDTF">2013-10-07T18:04:02Z</dcterms:modified>
</cp:coreProperties>
</file>