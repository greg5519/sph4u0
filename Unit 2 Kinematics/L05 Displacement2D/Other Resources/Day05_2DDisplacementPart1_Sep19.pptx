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96" y="4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2D Displacement Part 1 – Sep 19</a:t>
            </a:r>
            <a:br>
              <a:rPr lang="en-US" dirty="0" smtClean="0"/>
            </a:br>
            <a:r>
              <a:rPr lang="en-US" dirty="0" smtClean="0"/>
              <a:t>(Kinematics Day 05)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Agenda</a:t>
            </a:r>
          </a:p>
          <a:p>
            <a:pPr lvl="1"/>
            <a:r>
              <a:rPr lang="en-CA" dirty="0" smtClean="0"/>
              <a:t>Early Release: P3 10:03-10:40</a:t>
            </a:r>
          </a:p>
          <a:p>
            <a:pPr lvl="1"/>
            <a:r>
              <a:rPr lang="en-CA" dirty="0" smtClean="0"/>
              <a:t>Presentation / Discussion: Review of Vector </a:t>
            </a:r>
            <a:r>
              <a:rPr lang="en-CA" dirty="0" smtClean="0"/>
              <a:t>Operations</a:t>
            </a:r>
          </a:p>
          <a:p>
            <a:pPr lvl="2"/>
            <a:r>
              <a:rPr lang="en-CA" dirty="0" smtClean="0"/>
              <a:t>Scale </a:t>
            </a:r>
            <a:r>
              <a:rPr lang="en-CA" smtClean="0"/>
              <a:t>Diagram Method (Tip-to-Tail)</a:t>
            </a:r>
            <a:endParaRPr lang="en-CA" dirty="0" smtClean="0"/>
          </a:p>
          <a:p>
            <a:pPr lvl="1"/>
            <a:endParaRPr lang="en-US" dirty="0" smtClean="0"/>
          </a:p>
          <a:p>
            <a:r>
              <a:rPr lang="en-US" dirty="0" smtClean="0"/>
              <a:t>Objectives</a:t>
            </a:r>
          </a:p>
          <a:p>
            <a:pPr lvl="1"/>
            <a:r>
              <a:rPr lang="en-CA" dirty="0" smtClean="0"/>
              <a:t>To review the terminology associated with vectors in 2 dimensions.</a:t>
            </a:r>
          </a:p>
          <a:p>
            <a:pPr lvl="1"/>
            <a:r>
              <a:rPr lang="en-CA" dirty="0" smtClean="0"/>
              <a:t>To review scale diagram methods of adding and subtracting vectors.</a:t>
            </a:r>
          </a:p>
          <a:p>
            <a:pPr lvl="1"/>
            <a:r>
              <a:rPr lang="en-CA" dirty="0" smtClean="0"/>
              <a:t>To introduce the Cosine Law approach to adding and subtracting vectors.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Upcoming</a:t>
            </a:r>
          </a:p>
          <a:p>
            <a:pPr lvl="1"/>
            <a:r>
              <a:rPr lang="en-CA" sz="2600" dirty="0" smtClean="0"/>
              <a:t>TOMORROW : Quiz – Kinematics Review</a:t>
            </a:r>
            <a:endParaRPr lang="en-US" sz="26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 smtClean="0"/>
              <a:t>Adding &amp; Subtracting Vectors (Ruler &amp; Compass)</a:t>
            </a:r>
          </a:p>
          <a:p>
            <a:r>
              <a:rPr lang="en-CA" dirty="0" smtClean="0"/>
              <a:t>Cosine Law</a:t>
            </a:r>
          </a:p>
          <a:p>
            <a:r>
              <a:rPr lang="en-CA" dirty="0" smtClean="0"/>
              <a:t>Component Method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50058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</TotalTime>
  <Words>82</Words>
  <Application>Microsoft Office PowerPoint</Application>
  <PresentationFormat>On-screen Show (4:3)</PresentationFormat>
  <Paragraphs>16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2D Displacement Part 1 – Sep 19 (Kinematics Day 05)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First Day – Sep 06</dc:title>
  <dc:creator>Greg</dc:creator>
  <cp:lastModifiedBy>Nestor, Gregory</cp:lastModifiedBy>
  <cp:revision>52</cp:revision>
  <dcterms:created xsi:type="dcterms:W3CDTF">2006-08-16T00:00:00Z</dcterms:created>
  <dcterms:modified xsi:type="dcterms:W3CDTF">2016-09-20T17:01:50Z</dcterms:modified>
</cp:coreProperties>
</file>