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9" r:id="rId4"/>
    <p:sldId id="260" r:id="rId5"/>
    <p:sldId id="261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12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C5A85-34E1-4173-BB93-9C75F5F0898C}" type="datetimeFigureOut">
              <a:rPr lang="en-US" smtClean="0"/>
              <a:pPr/>
              <a:t>2/25/2016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DDAE3-0FE5-451E-8CD8-BA9221FAD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pyBNImQkRuk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3143248"/>
            <a:ext cx="3714776" cy="320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8604"/>
            <a:ext cx="8458200" cy="3143272"/>
          </a:xfrm>
        </p:spPr>
        <p:txBody>
          <a:bodyPr>
            <a:noAutofit/>
          </a:bodyPr>
          <a:lstStyle/>
          <a:p>
            <a:r>
              <a:rPr lang="en-CA" sz="6600" dirty="0" smtClean="0"/>
              <a:t>Frames of Reference </a:t>
            </a:r>
            <a:r>
              <a:rPr lang="en-CA" sz="6600" dirty="0"/>
              <a:t/>
            </a:r>
            <a:br>
              <a:rPr lang="en-CA" sz="6600" dirty="0"/>
            </a:br>
            <a:r>
              <a:rPr lang="en-CA" sz="6600" dirty="0" smtClean="0"/>
              <a:t>and </a:t>
            </a:r>
            <a:br>
              <a:rPr lang="en-CA" sz="6600" dirty="0" smtClean="0"/>
            </a:br>
            <a:r>
              <a:rPr lang="en-CA" sz="6600" dirty="0" smtClean="0"/>
              <a:t>Relative Velocity</a:t>
            </a:r>
            <a:endParaRPr lang="en-CA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1472" y="785794"/>
            <a:ext cx="8229600" cy="1143000"/>
          </a:xfrm>
        </p:spPr>
        <p:txBody>
          <a:bodyPr>
            <a:noAutofit/>
          </a:bodyPr>
          <a:lstStyle/>
          <a:p>
            <a:r>
              <a:rPr lang="en-CA" sz="2800" dirty="0"/>
              <a:t>1</a:t>
            </a:r>
            <a:r>
              <a:rPr lang="en-CA" sz="2800" dirty="0" smtClean="0"/>
              <a:t>.A boy on a skateboard, moving at a constant velocity forward, tosses a ball straight up in the air.  Which of the following diagrams correctly shows the ball’s path from the perspective of THE BOY? </a:t>
            </a:r>
            <a:endParaRPr lang="en-CA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7150100" y="3568700"/>
            <a:ext cx="711200" cy="2286000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CA" dirty="0" smtClean="0"/>
              <a:t>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        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           </a:t>
            </a:r>
            <a:endParaRPr lang="en-CA" dirty="0"/>
          </a:p>
        </p:txBody>
      </p:sp>
      <p:sp>
        <p:nvSpPr>
          <p:cNvPr id="4" name="TextBox 3" hidden="1"/>
          <p:cNvSpPr txBox="1"/>
          <p:nvPr>
            <p:custDataLst>
              <p:tags r:id="rId4"/>
            </p:custDataLst>
          </p:nvPr>
        </p:nvSpPr>
        <p:spPr>
          <a:xfrm>
            <a:off x="457200" y="4318000"/>
            <a:ext cx="762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 smtClean="0"/>
              <a:t>[Default]</a:t>
            </a:r>
          </a:p>
          <a:p>
            <a:r>
              <a:rPr lang="en-US" dirty="0" smtClean="0"/>
              <a:t>[MC Any]</a:t>
            </a:r>
          </a:p>
          <a:p>
            <a:r>
              <a:rPr lang="en-US" dirty="0" smtClean="0"/>
              <a:t>[MC All]</a:t>
            </a:r>
            <a:endParaRPr lang="en-CA" dirty="0"/>
          </a:p>
        </p:txBody>
      </p:sp>
      <p:pic>
        <p:nvPicPr>
          <p:cNvPr id="3953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0232" y="2500306"/>
            <a:ext cx="44672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4" name="Straight Arrow Connector 33"/>
          <p:cNvCxnSpPr/>
          <p:nvPr/>
        </p:nvCxnSpPr>
        <p:spPr>
          <a:xfrm>
            <a:off x="6143636" y="2571744"/>
            <a:ext cx="135732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29454" y="2714620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Forward</a:t>
            </a:r>
            <a:endParaRPr lang="en-CA" dirty="0"/>
          </a:p>
        </p:txBody>
      </p:sp>
      <p:pic>
        <p:nvPicPr>
          <p:cNvPr id="36" name="Picture 35" descr="correct.png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819900" y="3619500"/>
            <a:ext cx="330200" cy="330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43042" y="2071678"/>
            <a:ext cx="44672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1472" y="785794"/>
            <a:ext cx="8229600" cy="1143000"/>
          </a:xfrm>
        </p:spPr>
        <p:txBody>
          <a:bodyPr>
            <a:noAutofit/>
          </a:bodyPr>
          <a:lstStyle/>
          <a:p>
            <a:r>
              <a:rPr lang="en-CA" sz="2800" dirty="0" smtClean="0"/>
              <a:t>2. A boy on a skateboard, moving at a constant velocity forward, tosses a ball straight up in the air.  Which of the following diagrams correctly shows the ball’s path from the perspective of a person standing on the ground? </a:t>
            </a:r>
            <a:endParaRPr lang="en-CA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7150100" y="3568700"/>
            <a:ext cx="711200" cy="2286000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CA" dirty="0" smtClean="0"/>
              <a:t>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        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           </a:t>
            </a:r>
            <a:endParaRPr lang="en-CA" dirty="0"/>
          </a:p>
        </p:txBody>
      </p:sp>
      <p:sp>
        <p:nvSpPr>
          <p:cNvPr id="33" name="TextBox 32"/>
          <p:cNvSpPr txBox="1"/>
          <p:nvPr/>
        </p:nvSpPr>
        <p:spPr>
          <a:xfrm>
            <a:off x="7072330" y="2571744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Forward</a:t>
            </a:r>
            <a:endParaRPr lang="en-CA" dirty="0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6143636" y="2571744"/>
            <a:ext cx="135732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orrect.png"/>
          <p:cNvPicPr>
            <a:picLocks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6819900" y="4686300"/>
            <a:ext cx="330200" cy="330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1472" y="785794"/>
            <a:ext cx="8229600" cy="1143000"/>
          </a:xfrm>
        </p:spPr>
        <p:txBody>
          <a:bodyPr>
            <a:noAutofit/>
          </a:bodyPr>
          <a:lstStyle/>
          <a:p>
            <a:r>
              <a:rPr lang="en-CA" sz="2800" dirty="0"/>
              <a:t>3</a:t>
            </a:r>
            <a:r>
              <a:rPr lang="en-CA" sz="2800" dirty="0" smtClean="0"/>
              <a:t>. A person is walking forward at 5.0 km/h on a train travelling at 42.0 km/h [East].  What is the person’s velocity relative to the ground? </a:t>
            </a:r>
            <a:endParaRPr lang="en-CA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2857500" y="2641600"/>
            <a:ext cx="3797300" cy="22860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eriod"/>
            </a:pPr>
            <a:r>
              <a:rPr lang="en-CA" dirty="0" smtClean="0"/>
              <a:t>42.0 km/h [East]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37.0 km/h [West]        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47.0 km/h [East]</a:t>
            </a:r>
          </a:p>
          <a:p>
            <a:pPr marL="514350" indent="-514350">
              <a:buAutoNum type="alphaUcPeriod"/>
            </a:pPr>
            <a:r>
              <a:rPr lang="en-CA" dirty="0" smtClean="0"/>
              <a:t>37.0 </a:t>
            </a:r>
            <a:r>
              <a:rPr lang="en-CA" dirty="0" smtClean="0"/>
              <a:t>km/h </a:t>
            </a:r>
            <a:r>
              <a:rPr lang="en-CA" dirty="0" smtClean="0"/>
              <a:t>[East]</a:t>
            </a:r>
            <a:endParaRPr lang="en-CA" dirty="0"/>
          </a:p>
        </p:txBody>
      </p:sp>
      <p:sp>
        <p:nvSpPr>
          <p:cNvPr id="4" name="TextBox 3" hidden="1"/>
          <p:cNvSpPr txBox="1"/>
          <p:nvPr>
            <p:custDataLst>
              <p:tags r:id="rId4"/>
            </p:custDataLst>
          </p:nvPr>
        </p:nvSpPr>
        <p:spPr>
          <a:xfrm>
            <a:off x="457200" y="4318000"/>
            <a:ext cx="762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 smtClean="0"/>
              <a:t>[Default]</a:t>
            </a:r>
          </a:p>
          <a:p>
            <a:r>
              <a:rPr lang="en-US" dirty="0" smtClean="0"/>
              <a:t>[MC Any]</a:t>
            </a:r>
          </a:p>
          <a:p>
            <a:r>
              <a:rPr lang="en-US" dirty="0" smtClean="0"/>
              <a:t>[MC All]</a:t>
            </a:r>
            <a:endParaRPr lang="en-CA" dirty="0"/>
          </a:p>
        </p:txBody>
      </p:sp>
      <p:pic>
        <p:nvPicPr>
          <p:cNvPr id="41" name="Picture 40" descr="correct.png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520041" y="3799499"/>
            <a:ext cx="330200" cy="330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1472" y="785794"/>
            <a:ext cx="8229600" cy="1143000"/>
          </a:xfrm>
        </p:spPr>
        <p:txBody>
          <a:bodyPr>
            <a:noAutofit/>
          </a:bodyPr>
          <a:lstStyle/>
          <a:p>
            <a:r>
              <a:rPr lang="en-CA" sz="2800" dirty="0" smtClean="0"/>
              <a:t>4. A person is walking backwards at 3.0 km/h on a train travelling at 50.0 km/h [North].  What is the person’s velocity relative to the ground? </a:t>
            </a:r>
            <a:endParaRPr lang="en-CA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2997200" y="2362200"/>
            <a:ext cx="3797300" cy="22860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eriod"/>
            </a:pPr>
            <a:r>
              <a:rPr lang="en-CA" dirty="0" smtClean="0"/>
              <a:t>47.0 km/h [North]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53.0 km/h [North]              </a:t>
            </a:r>
          </a:p>
          <a:p>
            <a:pPr marL="514350" indent="-514350">
              <a:buAutoNum type="alphaUcPeriod"/>
            </a:pPr>
            <a:r>
              <a:rPr lang="en-CA" dirty="0" smtClean="0"/>
              <a:t>50.0 km/h [North]</a:t>
            </a:r>
          </a:p>
          <a:p>
            <a:pPr marL="514350" indent="-514350">
              <a:buAutoNum type="alphaUcPeriod"/>
            </a:pPr>
            <a:r>
              <a:rPr lang="en-CA" dirty="0" smtClean="0"/>
              <a:t>47.0 km/h [South]</a:t>
            </a:r>
            <a:endParaRPr lang="en-CA" dirty="0"/>
          </a:p>
        </p:txBody>
      </p:sp>
      <p:sp>
        <p:nvSpPr>
          <p:cNvPr id="4" name="TextBox 3" hidden="1"/>
          <p:cNvSpPr txBox="1"/>
          <p:nvPr>
            <p:custDataLst>
              <p:tags r:id="rId4"/>
            </p:custDataLst>
          </p:nvPr>
        </p:nvSpPr>
        <p:spPr>
          <a:xfrm>
            <a:off x="457200" y="4318000"/>
            <a:ext cx="762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 smtClean="0"/>
              <a:t>[Default]</a:t>
            </a:r>
          </a:p>
          <a:p>
            <a:r>
              <a:rPr lang="en-US" dirty="0" smtClean="0"/>
              <a:t>[MC Any]</a:t>
            </a:r>
          </a:p>
          <a:p>
            <a:r>
              <a:rPr lang="en-US" dirty="0" smtClean="0"/>
              <a:t>[MC All]</a:t>
            </a:r>
            <a:endParaRPr lang="en-CA" dirty="0"/>
          </a:p>
        </p:txBody>
      </p:sp>
      <p:pic>
        <p:nvPicPr>
          <p:cNvPr id="39" name="Picture 38" descr="correct.png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667000" y="2413000"/>
            <a:ext cx="330200" cy="330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Frames of Reference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1714480" y="2071678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hlinkClick r:id="rId2"/>
              </a:rPr>
              <a:t>Frames of reference video....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LIDEREVISION" val="1.0.0"/>
  <p:tag name="CPSSLIDETEMPLATE" val="MC4 - Answer Graphics"/>
  <p:tag name="CORRECTANSWERSTEM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QuestionS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AnswerStem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MCTyp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Correct"/>
  <p:tag name="ANSWERSTEMINDEX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LIDEREVISION" val="1.0.0"/>
  <p:tag name="CPSSLIDETEMPLATE" val="MC4 - Answer Graphics"/>
  <p:tag name="CORRECTANSWERSTE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QuestionS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AnswerStem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Correct"/>
  <p:tag name="ANSWERSTEM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LIDEREVISION" val="1.0.0"/>
  <p:tag name="CPSSLIDETEMPLATE" val="MC4 - Answer Graphics"/>
  <p:tag name="CORRECTANSWERSTE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QuestionS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AnswerStem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MCTyp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Correct"/>
  <p:tag name="ANSWERSTEMINDEX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LIDEREVISION" val="1.0.0"/>
  <p:tag name="CPSSLIDETEMPLATE" val="MC4 - Answer Graphics"/>
  <p:tag name="CORRECTANSWERSTEM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QuestionS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AnswerStem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MCTyp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Correct"/>
  <p:tag name="ANSWERSTEMINDEX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236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Frames of Reference  and  Relative Velocity</vt:lpstr>
      <vt:lpstr>1.A boy on a skateboard, moving at a constant velocity forward, tosses a ball straight up in the air.  Which of the following diagrams correctly shows the ball’s path from the perspective of THE BOY? </vt:lpstr>
      <vt:lpstr>2. A boy on a skateboard, moving at a constant velocity forward, tosses a ball straight up in the air.  Which of the following diagrams correctly shows the ball’s path from the perspective of a person standing on the ground? </vt:lpstr>
      <vt:lpstr>3. A person is walking forward at 5.0 km/h on a train travelling at 42.0 km/h [East].  What is the person’s velocity relative to the ground? </vt:lpstr>
      <vt:lpstr>4. A person is walking backwards at 3.0 km/h on a train travelling at 50.0 km/h [North].  What is the person’s velocity relative to the ground? </vt:lpstr>
      <vt:lpstr>Frames of Reference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Frames of Reference  and  Relative Velocity</dc:title>
  <dc:creator>Peel District School Board</dc:creator>
  <cp:lastModifiedBy>Ms. Ryan - Louise Arbour SS</cp:lastModifiedBy>
  <cp:revision>25</cp:revision>
  <dcterms:created xsi:type="dcterms:W3CDTF">2011-09-16T14:38:06Z</dcterms:created>
  <dcterms:modified xsi:type="dcterms:W3CDTF">2016-02-25T19:06:53Z</dcterms:modified>
</cp:coreProperties>
</file>