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5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34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5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3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0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1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2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2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4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3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7673A-D33E-4FC1-9E1D-3DEDDCE5996E}" type="datetimeFigureOut">
              <a:rPr lang="en-US" smtClean="0"/>
              <a:t>1/31/2020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0CE9-20A8-4DA1-B309-D1016D13B1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reg5519/SPH4U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/>
              <a:t>Grade 12 Physics – On-Line Resources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Google Classroom:</a:t>
            </a:r>
          </a:p>
          <a:p>
            <a:pPr marL="0" indent="0" algn="ctr">
              <a:buNone/>
            </a:pPr>
            <a:r>
              <a:rPr lang="en-US" sz="8000" dirty="0" smtClean="0">
                <a:solidFill>
                  <a:srgbClr val="0070C0"/>
                </a:solidFill>
              </a:rPr>
              <a:t>mr4xcac</a:t>
            </a:r>
            <a:endParaRPr lang="en-CA" dirty="0" smtClean="0"/>
          </a:p>
          <a:p>
            <a:endParaRPr lang="en-CA" dirty="0" smtClean="0"/>
          </a:p>
          <a:p>
            <a:r>
              <a:rPr lang="en-CA" dirty="0" smtClean="0"/>
              <a:t>Other Links:</a:t>
            </a:r>
          </a:p>
          <a:p>
            <a:pPr lvl="1"/>
            <a:r>
              <a:rPr lang="en-CA" dirty="0" smtClean="0"/>
              <a:t>Class Repository: </a:t>
            </a:r>
            <a:r>
              <a:rPr lang="en-US" sz="2000" dirty="0">
                <a:hlinkClick r:id="rId2"/>
              </a:rPr>
              <a:t>https://github.com/Greg5519/SPH4U0</a:t>
            </a:r>
            <a:endParaRPr lang="en-CA" dirty="0" smtClean="0"/>
          </a:p>
          <a:p>
            <a:pPr lvl="1"/>
            <a:r>
              <a:rPr lang="en-CA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00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20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Grade 12 Physics – On-Line Resources</vt:lpstr>
    </vt:vector>
  </TitlesOfParts>
  <Company>Peel District School Board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Grade 12 Physics – On-Line Resources</dc:title>
  <dc:creator>Nestor, Gregory</dc:creator>
  <cp:lastModifiedBy>Nestor, Gregory</cp:lastModifiedBy>
  <cp:revision>1</cp:revision>
  <dcterms:created xsi:type="dcterms:W3CDTF">2020-01-31T12:46:41Z</dcterms:created>
  <dcterms:modified xsi:type="dcterms:W3CDTF">2020-01-31T12:50:30Z</dcterms:modified>
</cp:coreProperties>
</file>