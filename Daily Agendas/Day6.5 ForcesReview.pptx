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817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8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25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9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9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37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9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5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DDC6D-30E6-4591-A5D6-EBA4A0A375E4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98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CA" sz="4000" dirty="0" smtClean="0"/>
              <a:t>Forces Review </a:t>
            </a:r>
            <a:r>
              <a:rPr lang="en-CA" sz="4000" dirty="0" smtClean="0"/>
              <a:t>– </a:t>
            </a:r>
            <a:r>
              <a:rPr lang="en-CA" sz="4000" dirty="0"/>
              <a:t>Mar </a:t>
            </a:r>
            <a:r>
              <a:rPr lang="en-CA" sz="4000" dirty="0" smtClean="0"/>
              <a:t>13</a:t>
            </a:r>
            <a:r>
              <a:rPr lang="en-CA" sz="4000" dirty="0"/>
              <a:t/>
            </a:r>
            <a:br>
              <a:rPr lang="en-CA" sz="4000" dirty="0"/>
            </a:br>
            <a:r>
              <a:rPr lang="en-CA" sz="2800" dirty="0"/>
              <a:t>(Unit </a:t>
            </a:r>
            <a:r>
              <a:rPr lang="en-CA" sz="2800" dirty="0" smtClean="0"/>
              <a:t>3: Dynamics </a:t>
            </a:r>
            <a:r>
              <a:rPr lang="en-CA" sz="2800" dirty="0"/>
              <a:t>– Day </a:t>
            </a:r>
            <a:r>
              <a:rPr lang="en-CA" sz="2800" dirty="0" smtClean="0"/>
              <a:t>01)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Agenda</a:t>
            </a:r>
          </a:p>
          <a:p>
            <a:pPr lvl="1"/>
            <a:r>
              <a:rPr lang="en-CA" dirty="0" smtClean="0"/>
              <a:t>Grade 11 Review</a:t>
            </a:r>
            <a:endParaRPr lang="en-CA" dirty="0" smtClean="0"/>
          </a:p>
          <a:p>
            <a:pPr lvl="2"/>
            <a:r>
              <a:rPr lang="en-CA" dirty="0" smtClean="0"/>
              <a:t>Newton's Laws Review Sheet</a:t>
            </a:r>
            <a:endParaRPr lang="en-CA" dirty="0"/>
          </a:p>
          <a:p>
            <a:pPr lvl="1"/>
            <a:r>
              <a:rPr lang="en-CA" dirty="0" smtClean="0"/>
              <a:t>2D Net Force</a:t>
            </a:r>
            <a:endParaRPr lang="en-CA" dirty="0" smtClean="0"/>
          </a:p>
          <a:p>
            <a:pPr lvl="2"/>
            <a:r>
              <a:rPr lang="en-CA" dirty="0" smtClean="0"/>
              <a:t>Discussion: Dynamics Net Force PDF</a:t>
            </a:r>
          </a:p>
          <a:p>
            <a:pPr lvl="2"/>
            <a:r>
              <a:rPr lang="en-CA" dirty="0" smtClean="0"/>
              <a:t>Sample FBD: Pulling a Sled</a:t>
            </a:r>
          </a:p>
          <a:p>
            <a:pPr lvl="2"/>
            <a:r>
              <a:rPr lang="en-CA" dirty="0" smtClean="0"/>
              <a:t>Sample FBD: Inclined Plane</a:t>
            </a:r>
            <a:endParaRPr lang="en-CA" dirty="0"/>
          </a:p>
          <a:p>
            <a:pPr marL="457200" lvl="1" indent="0">
              <a:buNone/>
            </a:pPr>
            <a:endParaRPr lang="en-CA" dirty="0" smtClean="0"/>
          </a:p>
          <a:p>
            <a:pPr marL="457200" lvl="1" indent="0">
              <a:buNone/>
            </a:pPr>
            <a:endParaRPr lang="en-CA" dirty="0"/>
          </a:p>
          <a:p>
            <a:r>
              <a:rPr lang="en-CA" dirty="0"/>
              <a:t>Upcoming</a:t>
            </a:r>
          </a:p>
          <a:p>
            <a:pPr lvl="1"/>
            <a:r>
              <a:rPr lang="en-CA" dirty="0" smtClean="0"/>
              <a:t>After March Break: Unit </a:t>
            </a:r>
            <a:r>
              <a:rPr lang="en-CA" smtClean="0"/>
              <a:t>3 Outline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09346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483</TotalTime>
  <Words>41</Words>
  <Application>Microsoft Office PowerPoint</Application>
  <PresentationFormat>On-screen Show (4:3)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Forces Review – Mar 13 (Unit 3: Dynamics – Day 01)</vt:lpstr>
    </vt:vector>
  </TitlesOfParts>
  <Company>Peel District School Board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Nestor, Gregory</dc:creator>
  <cp:lastModifiedBy>Nestor, Gregory</cp:lastModifiedBy>
  <cp:revision>75</cp:revision>
  <dcterms:created xsi:type="dcterms:W3CDTF">2020-01-30T20:52:43Z</dcterms:created>
  <dcterms:modified xsi:type="dcterms:W3CDTF">2020-03-12T18:46:23Z</dcterms:modified>
</cp:coreProperties>
</file>