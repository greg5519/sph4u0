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4000" dirty="0" smtClean="0"/>
              <a:t>Forces </a:t>
            </a:r>
            <a:r>
              <a:rPr lang="en-CA" sz="4000" dirty="0" smtClean="0"/>
              <a:t>Introduction </a:t>
            </a:r>
            <a:r>
              <a:rPr lang="en-CA" sz="4000" dirty="0" smtClean="0"/>
              <a:t>– </a:t>
            </a:r>
            <a:r>
              <a:rPr lang="en-CA" sz="4000" dirty="0"/>
              <a:t>Mar </a:t>
            </a:r>
            <a:r>
              <a:rPr lang="en-CA" sz="4000" dirty="0" smtClean="0"/>
              <a:t>13</a:t>
            </a:r>
            <a:r>
              <a:rPr lang="en-CA" sz="4000" dirty="0"/>
              <a:t/>
            </a:r>
            <a:br>
              <a:rPr lang="en-CA" sz="4000" dirty="0"/>
            </a:br>
            <a:r>
              <a:rPr lang="en-CA" sz="2800" dirty="0"/>
              <a:t>(Unit </a:t>
            </a:r>
            <a:r>
              <a:rPr lang="en-CA" sz="2800" dirty="0" smtClean="0"/>
              <a:t>3: Dynamics </a:t>
            </a:r>
            <a:r>
              <a:rPr lang="en-CA" sz="2800" dirty="0"/>
              <a:t>– Day </a:t>
            </a:r>
            <a:r>
              <a:rPr lang="en-CA" sz="2800" dirty="0" smtClean="0"/>
              <a:t>01)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 smtClean="0"/>
              <a:t>Marks, Mid-Term, etc.</a:t>
            </a:r>
          </a:p>
          <a:p>
            <a:pPr lvl="2"/>
            <a:r>
              <a:rPr lang="en-CA" dirty="0" smtClean="0"/>
              <a:t>Kinematics Unit Test – Plan</a:t>
            </a:r>
          </a:p>
          <a:p>
            <a:pPr lvl="2"/>
            <a:r>
              <a:rPr lang="en-CA" dirty="0"/>
              <a:t>Newton's Laws Review Sheet</a:t>
            </a:r>
          </a:p>
          <a:p>
            <a:pPr lvl="2"/>
            <a:r>
              <a:rPr lang="en-CA" dirty="0" smtClean="0"/>
              <a:t>Inclined Plane ISU Assignment</a:t>
            </a:r>
            <a:endParaRPr lang="en-CA" dirty="0" smtClean="0"/>
          </a:p>
          <a:p>
            <a:pPr lvl="1"/>
            <a:r>
              <a:rPr lang="en-CA" dirty="0" smtClean="0"/>
              <a:t>2D </a:t>
            </a:r>
            <a:r>
              <a:rPr lang="en-CA" dirty="0" smtClean="0"/>
              <a:t>Net Force</a:t>
            </a:r>
          </a:p>
          <a:p>
            <a:pPr lvl="2"/>
            <a:r>
              <a:rPr lang="en-CA" dirty="0" smtClean="0"/>
              <a:t>Discussion: Dynamics Net Force PDF</a:t>
            </a:r>
          </a:p>
          <a:p>
            <a:pPr lvl="2"/>
            <a:r>
              <a:rPr lang="en-CA" dirty="0" smtClean="0"/>
              <a:t>Samples: </a:t>
            </a:r>
            <a:r>
              <a:rPr lang="en-CA" dirty="0" smtClean="0"/>
              <a:t>Pulling a </a:t>
            </a:r>
            <a:r>
              <a:rPr lang="en-CA" dirty="0" smtClean="0"/>
              <a:t>Sled &amp; Inclined </a:t>
            </a:r>
            <a:r>
              <a:rPr lang="en-CA" dirty="0" smtClean="0"/>
              <a:t>Plane</a:t>
            </a:r>
            <a:endParaRPr lang="en-CA" dirty="0"/>
          </a:p>
          <a:p>
            <a:pPr marL="457200" lvl="1" indent="0">
              <a:buNone/>
            </a:pPr>
            <a:endParaRPr lang="en-CA" dirty="0" smtClean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 smtClean="0"/>
              <a:t>Due when we get back (April 5?)</a:t>
            </a:r>
          </a:p>
          <a:p>
            <a:pPr lvl="2"/>
            <a:r>
              <a:rPr lang="en-CA" dirty="0" smtClean="0"/>
              <a:t>Circular Motion Lab</a:t>
            </a:r>
          </a:p>
          <a:p>
            <a:pPr lvl="2"/>
            <a:r>
              <a:rPr lang="en-CA" dirty="0" smtClean="0"/>
              <a:t>Newton’s Laws Review Sheet</a:t>
            </a:r>
          </a:p>
          <a:p>
            <a:pPr lvl="2"/>
            <a:r>
              <a:rPr lang="en-CA" dirty="0" smtClean="0"/>
              <a:t>Inclined Plane ISU Assignment</a:t>
            </a:r>
            <a:endParaRPr lang="en-CA" dirty="0"/>
          </a:p>
        </p:txBody>
      </p:sp>
      <p:pic>
        <p:nvPicPr>
          <p:cNvPr id="1028" name="Picture 4" descr="Image result for zombie carto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8295">
            <a:off x="6015786" y="2315277"/>
            <a:ext cx="2528233" cy="337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Inclined Plane ISU Assignment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Due When We Get Back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/>
              <a:t>Newton's Laws Review Sheet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 smtClean="0"/>
              <a:t>Fully worked solution FOR THIS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8362" y="3646703"/>
            <a:ext cx="4867275" cy="1950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1086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496</TotalTime>
  <Words>81</Words>
  <Application>Microsoft Office PowerPoint</Application>
  <PresentationFormat>On-screen Show 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Forces Introduction – Mar 13 (Unit 3: Dynamics – Day 01)</vt:lpstr>
      <vt:lpstr>Inclined Plane ISU Assignment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78</cp:revision>
  <dcterms:created xsi:type="dcterms:W3CDTF">2020-01-30T20:52:43Z</dcterms:created>
  <dcterms:modified xsi:type="dcterms:W3CDTF">2020-03-13T12:31:30Z</dcterms:modified>
</cp:coreProperties>
</file>