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 smtClean="0"/>
              <a:t>1D Motion Quest– </a:t>
            </a:r>
            <a:r>
              <a:rPr lang="en-CA" dirty="0"/>
              <a:t>Feb </a:t>
            </a:r>
            <a:r>
              <a:rPr lang="en-CA" dirty="0" smtClean="0"/>
              <a:t>20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2: Kinematics – </a:t>
            </a:r>
            <a:r>
              <a:rPr lang="en-CA" sz="2800"/>
              <a:t>Day </a:t>
            </a:r>
            <a:r>
              <a:rPr lang="en-CA" sz="2800" smtClean="0"/>
              <a:t>07)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1D Motion Quest</a:t>
            </a:r>
            <a:endParaRPr lang="en-CA" dirty="0" smtClean="0"/>
          </a:p>
          <a:p>
            <a:pPr lvl="2"/>
            <a:r>
              <a:rPr lang="en-CA" dirty="0" smtClean="0"/>
              <a:t>Work Until …</a:t>
            </a:r>
            <a:endParaRPr lang="en-CA" dirty="0"/>
          </a:p>
          <a:p>
            <a:pPr lvl="1"/>
            <a:r>
              <a:rPr lang="en-CA" dirty="0" smtClean="0"/>
              <a:t>2D </a:t>
            </a:r>
            <a:r>
              <a:rPr lang="en-CA" dirty="0" smtClean="0"/>
              <a:t>Displacement Analysis</a:t>
            </a:r>
          </a:p>
          <a:p>
            <a:pPr lvl="2"/>
            <a:r>
              <a:rPr lang="en-CA" dirty="0" smtClean="0"/>
              <a:t>Cosine-Sine </a:t>
            </a:r>
            <a:r>
              <a:rPr lang="en-CA" dirty="0" smtClean="0"/>
              <a:t>Law</a:t>
            </a:r>
          </a:p>
          <a:p>
            <a:pPr lvl="2"/>
            <a:r>
              <a:rPr lang="en-CA" dirty="0"/>
              <a:t>HW: </a:t>
            </a:r>
            <a:r>
              <a:rPr lang="en-CA" dirty="0" smtClean="0"/>
              <a:t>2D Displacement Sine Law Problems</a:t>
            </a:r>
          </a:p>
          <a:p>
            <a:pPr lvl="2"/>
            <a:r>
              <a:rPr lang="en-CA" dirty="0" smtClean="0"/>
              <a:t>HW</a:t>
            </a:r>
            <a:r>
              <a:rPr lang="en-CA" dirty="0" smtClean="0"/>
              <a:t>: Vector Operation Worksheet</a:t>
            </a: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smtClean="0"/>
              <a:t>Past Due: </a:t>
            </a:r>
            <a:r>
              <a:rPr lang="en-CA" dirty="0"/>
              <a:t>Lab Report </a:t>
            </a:r>
            <a:r>
              <a:rPr lang="en-CA" dirty="0" smtClean="0"/>
              <a:t>(</a:t>
            </a:r>
            <a:r>
              <a:rPr lang="en-CA" dirty="0"/>
              <a:t>Hardcopy &amp; D2L</a:t>
            </a:r>
            <a:r>
              <a:rPr lang="en-CA" dirty="0" smtClean="0"/>
              <a:t>)</a:t>
            </a:r>
          </a:p>
          <a:p>
            <a:pPr lvl="1"/>
            <a:r>
              <a:rPr lang="en-CA" dirty="0" smtClean="0"/>
              <a:t>Tomorrow: School Closed?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</TotalTime>
  <Words>46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1D Motion Quest– Feb 20 (Unit 2: Kinematics – Day 07)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41</cp:revision>
  <dcterms:created xsi:type="dcterms:W3CDTF">2020-01-30T20:52:43Z</dcterms:created>
  <dcterms:modified xsi:type="dcterms:W3CDTF">2020-02-19T19:31:20Z</dcterms:modified>
</cp:coreProperties>
</file>