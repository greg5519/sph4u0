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2D Acceleration Vectors – Feb 25</a:t>
            </a:r>
            <a:br>
              <a:rPr lang="en-CA" dirty="0"/>
            </a:br>
            <a:r>
              <a:rPr lang="en-CA" sz="2800" dirty="0"/>
              <a:t>(Unit 2: Kinematics – Day 09)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2D Displacement Analysis - Recap</a:t>
            </a:r>
          </a:p>
          <a:p>
            <a:pPr lvl="2"/>
            <a:r>
              <a:rPr lang="en-CA" dirty="0"/>
              <a:t>Presentation: Review of Vector </a:t>
            </a:r>
            <a:r>
              <a:rPr lang="en-CA" dirty="0" smtClean="0"/>
              <a:t>Operations</a:t>
            </a:r>
          </a:p>
          <a:p>
            <a:pPr lvl="3"/>
            <a:r>
              <a:rPr lang="en-CA" smtClean="0"/>
              <a:t>Yesterday's </a:t>
            </a:r>
            <a:r>
              <a:rPr lang="en-CA" dirty="0" smtClean="0"/>
              <a:t>Problem with Components</a:t>
            </a:r>
            <a:endParaRPr lang="en-CA" dirty="0"/>
          </a:p>
          <a:p>
            <a:pPr lvl="2"/>
            <a:r>
              <a:rPr lang="en-CA" dirty="0" smtClean="0"/>
              <a:t>Assignment: </a:t>
            </a:r>
            <a:r>
              <a:rPr lang="en-CA" dirty="0"/>
              <a:t>Three Method 2D Analysis Comparison</a:t>
            </a:r>
          </a:p>
          <a:p>
            <a:pPr lvl="1"/>
            <a:r>
              <a:rPr lang="en-CA" dirty="0" smtClean="0"/>
              <a:t>2D </a:t>
            </a:r>
            <a:r>
              <a:rPr lang="en-CA" dirty="0"/>
              <a:t>Acceleration Vectors</a:t>
            </a:r>
          </a:p>
          <a:p>
            <a:pPr lvl="2"/>
            <a:r>
              <a:rPr lang="en-CA" dirty="0"/>
              <a:t>Discussion: 2D Analysis Tips</a:t>
            </a:r>
          </a:p>
          <a:p>
            <a:pPr lvl="2"/>
            <a:r>
              <a:rPr lang="en-CA" dirty="0"/>
              <a:t>Practice: Acceleration Vectors in 2 Dimensions</a:t>
            </a:r>
          </a:p>
          <a:p>
            <a:pPr lvl="2"/>
            <a:r>
              <a:rPr lang="en-CA" dirty="0"/>
              <a:t>HW: 2D Acceleration Worksheet Problems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 err="1"/>
              <a:t>tbd</a:t>
            </a:r>
            <a:r>
              <a:rPr lang="en-CA" dirty="0"/>
              <a:t>: 2D Motion Quiz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</TotalTime>
  <Words>56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2D Acceleration Vectors – Feb 25 (Unit 2: Kinematics – Day 09)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46</cp:revision>
  <dcterms:created xsi:type="dcterms:W3CDTF">2020-01-30T20:52:43Z</dcterms:created>
  <dcterms:modified xsi:type="dcterms:W3CDTF">2020-02-25T12:51:50Z</dcterms:modified>
</cp:coreProperties>
</file>