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0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dirty="0"/>
              <a:t>2D Acceleration Vectors – Feb 25</a:t>
            </a:r>
            <a:br>
              <a:rPr lang="en-CA" dirty="0"/>
            </a:br>
            <a:r>
              <a:rPr lang="en-CA" sz="2800" dirty="0"/>
              <a:t>(Unit 2: Kinematics – Day 09)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2D Displacement Analysis - Recap</a:t>
            </a:r>
          </a:p>
          <a:p>
            <a:pPr lvl="2"/>
            <a:r>
              <a:rPr lang="en-CA" dirty="0"/>
              <a:t>Worksheet: Three Method 2D Analysis Comparison</a:t>
            </a:r>
          </a:p>
          <a:p>
            <a:pPr lvl="2"/>
            <a:r>
              <a:rPr lang="en-CA" dirty="0"/>
              <a:t>HW: Component Analysis Worksheet</a:t>
            </a:r>
          </a:p>
          <a:p>
            <a:pPr lvl="1"/>
            <a:r>
              <a:rPr lang="en-CA" dirty="0"/>
              <a:t>2D Acceleration Vectors</a:t>
            </a:r>
          </a:p>
          <a:p>
            <a:pPr lvl="2"/>
            <a:r>
              <a:rPr lang="en-CA" dirty="0"/>
              <a:t>Discussion: 2D Analysis Tips</a:t>
            </a:r>
          </a:p>
          <a:p>
            <a:pPr lvl="2"/>
            <a:r>
              <a:rPr lang="en-CA" dirty="0"/>
              <a:t>Practice: Acceleration Vectors in 2 Dimensions</a:t>
            </a:r>
          </a:p>
          <a:p>
            <a:pPr lvl="2"/>
            <a:r>
              <a:rPr lang="en-CA" dirty="0"/>
              <a:t>HW: 2D Acceleration </a:t>
            </a:r>
            <a:r>
              <a:rPr lang="en-CA"/>
              <a:t>Worksheet Problems</a:t>
            </a:r>
            <a:endParaRPr lang="en-CA" dirty="0"/>
          </a:p>
          <a:p>
            <a:pPr marL="457200" lvl="1" indent="0">
              <a:buNone/>
            </a:pPr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 err="1"/>
              <a:t>tbd</a:t>
            </a:r>
            <a:r>
              <a:rPr lang="en-CA" dirty="0"/>
              <a:t>: 2D Motion Quiz</a:t>
            </a:r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318</TotalTime>
  <Words>61</Words>
  <Application>Microsoft Office PowerPoint</Application>
  <PresentationFormat>On-screen Show (4:3)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2D Acceleration Vectors – Feb 25 (Unit 2: Kinematics – Day 09)</vt:lpstr>
    </vt:vector>
  </TitlesOfParts>
  <Company>Peel District School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Greg Nestor</cp:lastModifiedBy>
  <cp:revision>45</cp:revision>
  <dcterms:created xsi:type="dcterms:W3CDTF">2020-01-30T20:52:43Z</dcterms:created>
  <dcterms:modified xsi:type="dcterms:W3CDTF">2020-02-23T16:06:18Z</dcterms:modified>
</cp:coreProperties>
</file>