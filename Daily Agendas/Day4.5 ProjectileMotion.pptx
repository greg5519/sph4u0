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 smtClean="0"/>
              <a:t>Projectile Motion Analysis </a:t>
            </a:r>
            <a:r>
              <a:rPr lang="en-CA" dirty="0"/>
              <a:t>– Feb </a:t>
            </a:r>
            <a:r>
              <a:rPr lang="en-CA" dirty="0" smtClean="0"/>
              <a:t>28</a:t>
            </a:r>
            <a:r>
              <a:rPr lang="en-CA" dirty="0"/>
              <a:t/>
            </a:r>
            <a:br>
              <a:rPr lang="en-CA" dirty="0"/>
            </a:br>
            <a:r>
              <a:rPr lang="en-CA" sz="2800" dirty="0"/>
              <a:t>(Unit 2: Kinematics – Day </a:t>
            </a:r>
            <a:r>
              <a:rPr lang="en-CA" sz="2800" dirty="0" smtClean="0"/>
              <a:t>12)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Projectile Motion Analysis</a:t>
            </a:r>
            <a:endParaRPr lang="en-CA" dirty="0"/>
          </a:p>
          <a:p>
            <a:pPr lvl="2"/>
            <a:r>
              <a:rPr lang="en-CA" dirty="0" smtClean="0"/>
              <a:t>Video: Monkey Hunter</a:t>
            </a:r>
          </a:p>
          <a:p>
            <a:pPr lvl="2"/>
            <a:r>
              <a:rPr lang="en-CA" dirty="0" smtClean="0"/>
              <a:t>Discussion: Projectile Motion Conditions</a:t>
            </a:r>
          </a:p>
          <a:p>
            <a:pPr lvl="2"/>
            <a:r>
              <a:rPr lang="en-CA" dirty="0" smtClean="0"/>
              <a:t>HW: Projectile Motion Part II</a:t>
            </a:r>
            <a:endParaRPr lang="en-CA" dirty="0"/>
          </a:p>
          <a:p>
            <a:pPr lvl="1"/>
            <a:r>
              <a:rPr lang="en-CA" dirty="0"/>
              <a:t>Projectile Motion </a:t>
            </a:r>
            <a:r>
              <a:rPr lang="en-CA" dirty="0" smtClean="0"/>
              <a:t>Investigation (Yesterday)</a:t>
            </a:r>
            <a:endParaRPr lang="en-CA" dirty="0"/>
          </a:p>
          <a:p>
            <a:pPr lvl="2"/>
            <a:r>
              <a:rPr lang="en-CA" dirty="0" smtClean="0"/>
              <a:t>Complete </a:t>
            </a:r>
            <a:r>
              <a:rPr lang="en-CA" dirty="0"/>
              <a:t>For Homework (Due ASAP)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Due ASAP: Three Method 2D Analysis Comparison</a:t>
            </a:r>
          </a:p>
          <a:p>
            <a:pPr lvl="1"/>
            <a:r>
              <a:rPr lang="en-CA" dirty="0"/>
              <a:t>Due ASAP: Projectile Motion </a:t>
            </a:r>
            <a:r>
              <a:rPr lang="en-CA" dirty="0" smtClean="0"/>
              <a:t>Investigation</a:t>
            </a:r>
          </a:p>
          <a:p>
            <a:pPr lvl="1"/>
            <a:r>
              <a:rPr lang="en-CA" dirty="0" smtClean="0"/>
              <a:t>Monday &amp; Tuesday: More </a:t>
            </a:r>
            <a:r>
              <a:rPr lang="en-CA" smtClean="0"/>
              <a:t>Projectile Motion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60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Projectile Motion Analysis – Feb 28 (Unit 2: Kinematics – Day 12)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55</cp:revision>
  <dcterms:created xsi:type="dcterms:W3CDTF">2020-01-30T20:52:43Z</dcterms:created>
  <dcterms:modified xsi:type="dcterms:W3CDTF">2020-02-28T13:38:53Z</dcterms:modified>
</cp:coreProperties>
</file>