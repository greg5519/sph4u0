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0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817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2/9/2020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2/9/2020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8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2/9/2020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25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2/9/2020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9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2/9/2020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9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2/9/2020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37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9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5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DDC6D-30E6-4591-A5D6-EBA4A0A375E4}" type="datetimeFigureOut">
              <a:rPr lang="en-US" smtClean="0"/>
              <a:t>2/9/2020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98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CA" dirty="0"/>
              <a:t>Variable Relationships Lab – Feb 10</a:t>
            </a:r>
            <a:br>
              <a:rPr lang="en-CA" dirty="0"/>
            </a:br>
            <a:r>
              <a:rPr lang="en-CA" sz="2800" dirty="0"/>
              <a:t>(Unit 1: Data Analysis – </a:t>
            </a:r>
            <a:r>
              <a:rPr lang="en-CA" sz="2800"/>
              <a:t>Day 06)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Agenda</a:t>
            </a:r>
          </a:p>
          <a:p>
            <a:pPr lvl="1"/>
            <a:r>
              <a:rPr lang="en-CA" dirty="0"/>
              <a:t>Investigating Relationships Lab </a:t>
            </a:r>
          </a:p>
          <a:p>
            <a:pPr lvl="2"/>
            <a:r>
              <a:rPr lang="en-CA" dirty="0"/>
              <a:t>Lab Book Check (Option 1, 2, or 3)</a:t>
            </a:r>
          </a:p>
          <a:p>
            <a:pPr lvl="2"/>
            <a:r>
              <a:rPr lang="en-CA" dirty="0"/>
              <a:t>Collect Data / Begin Analysis</a:t>
            </a:r>
          </a:p>
          <a:p>
            <a:pPr lvl="2"/>
            <a:endParaRPr lang="en-CA" dirty="0"/>
          </a:p>
          <a:p>
            <a:pPr lvl="1"/>
            <a:endParaRPr lang="en-CA" dirty="0"/>
          </a:p>
          <a:p>
            <a:r>
              <a:rPr lang="en-CA" dirty="0"/>
              <a:t>Upcoming</a:t>
            </a:r>
          </a:p>
          <a:p>
            <a:pPr lvl="1"/>
            <a:r>
              <a:rPr lang="en-CA" dirty="0"/>
              <a:t>Past Due: Great Physicist Blog</a:t>
            </a:r>
          </a:p>
          <a:p>
            <a:pPr lvl="1"/>
            <a:r>
              <a:rPr lang="en-CA" dirty="0"/>
              <a:t>Tomorrow: Data Analysis Quest</a:t>
            </a:r>
          </a:p>
          <a:p>
            <a:pPr lvl="1"/>
            <a:r>
              <a:rPr lang="en-CA" dirty="0"/>
              <a:t>Mon. Feb. 17: Lab Report Due (Hardcopy &amp; D2L)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346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Lab Book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Reserve First Page For Table Of Contents</a:t>
            </a:r>
          </a:p>
          <a:p>
            <a:pPr lvl="1"/>
            <a:r>
              <a:rPr lang="en-CA" dirty="0"/>
              <a:t>Number All Pages NOW</a:t>
            </a:r>
          </a:p>
          <a:p>
            <a:pPr lvl="1"/>
            <a:endParaRPr lang="en-CA" dirty="0"/>
          </a:p>
          <a:p>
            <a:r>
              <a:rPr lang="en-CA" dirty="0"/>
              <a:t>Used For Pre-Lab Work 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CA" dirty="0"/>
              <a:t>Purpose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CA" dirty="0"/>
              <a:t>Hypothesis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CA" dirty="0"/>
              <a:t>Materials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CA" dirty="0"/>
              <a:t>Procedure</a:t>
            </a:r>
          </a:p>
          <a:p>
            <a:pPr lvl="1"/>
            <a:endParaRPr lang="en-CA" dirty="0"/>
          </a:p>
          <a:p>
            <a:r>
              <a:rPr lang="en-CA" dirty="0"/>
              <a:t> Used For Data Collection</a:t>
            </a:r>
          </a:p>
          <a:p>
            <a:pPr lvl="1"/>
            <a:r>
              <a:rPr lang="en-CA" dirty="0"/>
              <a:t>Prepare data table in advance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223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217</TotalTime>
  <Words>95</Words>
  <Application>Microsoft Office PowerPoint</Application>
  <PresentationFormat>On-screen Show (4:3)</PresentationFormat>
  <Paragraphs>23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Variable Relationships Lab – Feb 10 (Unit 1: Data Analysis – Day 06)</vt:lpstr>
      <vt:lpstr>Lab Book</vt:lpstr>
    </vt:vector>
  </TitlesOfParts>
  <Company>Peel District School Board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Nestor, Gregory</dc:creator>
  <cp:lastModifiedBy>Greg Nestor</cp:lastModifiedBy>
  <cp:revision>27</cp:revision>
  <dcterms:created xsi:type="dcterms:W3CDTF">2020-01-30T20:52:43Z</dcterms:created>
  <dcterms:modified xsi:type="dcterms:W3CDTF">2020-02-09T16:41:34Z</dcterms:modified>
</cp:coreProperties>
</file>