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1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/>
              <a:t>Variable Relationships Lab – Feb 10</a:t>
            </a:r>
            <a:br>
              <a:rPr lang="en-CA" dirty="0"/>
            </a:br>
            <a:r>
              <a:rPr lang="en-CA" sz="2800" dirty="0"/>
              <a:t>(Unit 1: Data Analysis – </a:t>
            </a:r>
            <a:r>
              <a:rPr lang="en-CA" sz="2800"/>
              <a:t>Day 06)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Investigating Relationships Lab </a:t>
            </a:r>
          </a:p>
          <a:p>
            <a:pPr lvl="2"/>
            <a:r>
              <a:rPr lang="en-CA" dirty="0"/>
              <a:t>Lab Book Check (Option 1, 2, or 3)</a:t>
            </a:r>
          </a:p>
          <a:p>
            <a:pPr lvl="2"/>
            <a:r>
              <a:rPr lang="en-CA" dirty="0"/>
              <a:t>Collect Data / Begin Analysis</a:t>
            </a:r>
          </a:p>
          <a:p>
            <a:pPr lvl="2"/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Past Due: Great Physicist Blog</a:t>
            </a:r>
          </a:p>
          <a:p>
            <a:pPr lvl="1"/>
            <a:r>
              <a:rPr lang="en-CA" dirty="0"/>
              <a:t>Tomorrow: Data Analysis Quest</a:t>
            </a:r>
          </a:p>
          <a:p>
            <a:pPr lvl="1"/>
            <a:r>
              <a:rPr lang="en-CA" dirty="0"/>
              <a:t>Mon. Feb. 17: Lab Report Due (Hardcopy &amp; D2L)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 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Reserve First Page For Table Of Contents</a:t>
            </a:r>
          </a:p>
          <a:p>
            <a:pPr lvl="1"/>
            <a:r>
              <a:rPr lang="en-CA" dirty="0"/>
              <a:t>Number All Pages NOW</a:t>
            </a:r>
          </a:p>
          <a:p>
            <a:pPr lvl="1"/>
            <a:endParaRPr lang="en-CA" dirty="0"/>
          </a:p>
          <a:p>
            <a:r>
              <a:rPr lang="en-CA" dirty="0"/>
              <a:t>Used For Pre-Lab Work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/>
              <a:t>Purpose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/>
              <a:t>Hypothesis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/>
              <a:t>Materials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/>
              <a:t>Procedure</a:t>
            </a:r>
          </a:p>
          <a:p>
            <a:pPr lvl="1"/>
            <a:endParaRPr lang="en-CA" dirty="0"/>
          </a:p>
          <a:p>
            <a:r>
              <a:rPr lang="en-CA" dirty="0"/>
              <a:t> Used For Data Collection</a:t>
            </a:r>
          </a:p>
          <a:p>
            <a:pPr lvl="1"/>
            <a:r>
              <a:rPr lang="en-CA" dirty="0"/>
              <a:t>Prepare data table in advance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22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84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Variable Relationships Lab – Feb 10 (Unit 1: Data Analysis – Day 06)</vt:lpstr>
      <vt:lpstr>Lab Book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27</cp:revision>
  <dcterms:created xsi:type="dcterms:W3CDTF">2020-01-30T20:52:43Z</dcterms:created>
  <dcterms:modified xsi:type="dcterms:W3CDTF">2020-02-10T14:53:11Z</dcterms:modified>
</cp:coreProperties>
</file>