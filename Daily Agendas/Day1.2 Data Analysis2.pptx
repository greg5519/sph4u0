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Grade 12 Physics</a:t>
            </a:r>
            <a:br>
              <a:rPr lang="en-CA" dirty="0"/>
            </a:br>
            <a:r>
              <a:rPr lang="en-CA" dirty="0"/>
              <a:t>(SPH4U0_C)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Mr. Nestor</a:t>
            </a:r>
          </a:p>
          <a:p>
            <a:r>
              <a:rPr lang="en-CA" dirty="0"/>
              <a:t>p0079141@pdsb.net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9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Data Analysis 2 – Feb 04</a:t>
            </a:r>
            <a:br>
              <a:rPr lang="en-CA" dirty="0"/>
            </a:br>
            <a:r>
              <a:rPr lang="en-CA" sz="2800" dirty="0"/>
              <a:t>(Unit 1: Data Analysis – Day 02)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Data Analysis </a:t>
            </a:r>
          </a:p>
          <a:p>
            <a:pPr lvl="2"/>
            <a:r>
              <a:rPr lang="en-CA" dirty="0"/>
              <a:t>Presentation: Absolute &amp; Relative Uncertainty</a:t>
            </a:r>
          </a:p>
          <a:p>
            <a:pPr lvl="2"/>
            <a:r>
              <a:rPr lang="en-CA" dirty="0"/>
              <a:t>Reference: Data Analysis Package (Topics 4-5)</a:t>
            </a:r>
          </a:p>
          <a:p>
            <a:pPr lvl="2"/>
            <a:r>
              <a:rPr lang="en-CA" dirty="0"/>
              <a:t>Homework: Data Analysis Booklet (Questions 5-6)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Great Physicist Blog – DUE: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68</Words>
  <Application>Microsoft Office PowerPoint</Application>
  <PresentationFormat>On-screen Show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Grade 12 Physics (SPH4U0_C)</vt:lpstr>
      <vt:lpstr>Data Analysis 2 – Feb 04 (Unit 1: Data Analysis – Day 02)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6</cp:revision>
  <dcterms:created xsi:type="dcterms:W3CDTF">2020-01-30T20:52:43Z</dcterms:created>
  <dcterms:modified xsi:type="dcterms:W3CDTF">2020-02-02T18:22:37Z</dcterms:modified>
</cp:coreProperties>
</file>