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1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817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63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28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2/3/2020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4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2/3/2020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78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2/3/2020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425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2/3/2020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909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2/3/2020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592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2/3/2020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137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969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2/3/2020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695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DDC6D-30E6-4591-A5D6-EBA4A0A375E4}" type="datetimeFigureOut">
              <a:rPr lang="en-US" smtClean="0"/>
              <a:t>2/3/2020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198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Grade 12 Physics</a:t>
            </a:r>
            <a:br>
              <a:rPr lang="en-CA" dirty="0"/>
            </a:br>
            <a:r>
              <a:rPr lang="en-CA" dirty="0"/>
              <a:t>(SPH4U0_C)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Mr. Nestor</a:t>
            </a:r>
          </a:p>
          <a:p>
            <a:r>
              <a:rPr lang="en-CA" dirty="0"/>
              <a:t>p0079141@pdsb.net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5192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CA" dirty="0"/>
              <a:t>Data Analysis 2 – Feb 04</a:t>
            </a:r>
            <a:br>
              <a:rPr lang="en-CA" dirty="0"/>
            </a:br>
            <a:r>
              <a:rPr lang="en-CA" sz="2800" dirty="0"/>
              <a:t>(Unit 1: Data Analysis – Day 02)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CA" dirty="0"/>
              <a:t>Agenda</a:t>
            </a:r>
          </a:p>
          <a:p>
            <a:pPr lvl="1"/>
            <a:r>
              <a:rPr lang="en-CA" dirty="0" smtClean="0"/>
              <a:t>Unit Outline</a:t>
            </a:r>
          </a:p>
          <a:p>
            <a:pPr lvl="2"/>
            <a:r>
              <a:rPr lang="en-CA" dirty="0" smtClean="0"/>
              <a:t>Dates &amp; Deliverables</a:t>
            </a:r>
          </a:p>
          <a:p>
            <a:pPr lvl="1"/>
            <a:r>
              <a:rPr lang="en-CA" dirty="0" smtClean="0"/>
              <a:t>Unit </a:t>
            </a:r>
            <a:r>
              <a:rPr lang="en-CA" dirty="0"/>
              <a:t>Conversions, Sig-Digs, Propagation of Sig-Digs</a:t>
            </a:r>
            <a:r>
              <a:rPr lang="en-CA" dirty="0" smtClean="0"/>
              <a:t> </a:t>
            </a:r>
            <a:endParaRPr lang="en-CA" dirty="0"/>
          </a:p>
          <a:p>
            <a:pPr lvl="2"/>
            <a:r>
              <a:rPr lang="en-CA" dirty="0" smtClean="0"/>
              <a:t>Presentation</a:t>
            </a:r>
            <a:r>
              <a:rPr lang="en-CA" dirty="0"/>
              <a:t> </a:t>
            </a:r>
            <a:r>
              <a:rPr lang="en-CA" dirty="0" smtClean="0"/>
              <a:t>/ Note</a:t>
            </a:r>
            <a:endParaRPr lang="en-CA" dirty="0"/>
          </a:p>
          <a:p>
            <a:pPr lvl="2"/>
            <a:r>
              <a:rPr lang="en-CA" dirty="0"/>
              <a:t>Reference: Data Analysis Package (Topics 1-3)</a:t>
            </a:r>
          </a:p>
          <a:p>
            <a:pPr lvl="2"/>
            <a:r>
              <a:rPr lang="en-CA" dirty="0"/>
              <a:t>Homework: Data Analysis Booklet (Questions 1-4)</a:t>
            </a:r>
          </a:p>
          <a:p>
            <a:pPr lvl="1"/>
            <a:r>
              <a:rPr lang="en-CA" dirty="0"/>
              <a:t>Absolute &amp; Relative Uncertainty </a:t>
            </a:r>
            <a:endParaRPr lang="en-CA" dirty="0"/>
          </a:p>
          <a:p>
            <a:pPr lvl="2"/>
            <a:r>
              <a:rPr lang="en-CA" dirty="0" smtClean="0"/>
              <a:t>Presentation</a:t>
            </a:r>
            <a:r>
              <a:rPr lang="en-CA" dirty="0"/>
              <a:t> </a:t>
            </a:r>
            <a:r>
              <a:rPr lang="en-CA" dirty="0" smtClean="0"/>
              <a:t>/ Note</a:t>
            </a:r>
            <a:endParaRPr lang="en-CA" dirty="0"/>
          </a:p>
          <a:p>
            <a:pPr lvl="2"/>
            <a:r>
              <a:rPr lang="en-CA" dirty="0"/>
              <a:t>Reference: Data Analysis Package (Topics 4-5)</a:t>
            </a:r>
          </a:p>
          <a:p>
            <a:pPr lvl="2"/>
            <a:r>
              <a:rPr lang="en-CA" dirty="0"/>
              <a:t>Homework: Data Analysis Booklet (Questions 5-6)</a:t>
            </a:r>
          </a:p>
          <a:p>
            <a:pPr lvl="1"/>
            <a:endParaRPr lang="en-CA" dirty="0"/>
          </a:p>
          <a:p>
            <a:pPr lvl="1"/>
            <a:endParaRPr lang="en-CA" dirty="0"/>
          </a:p>
          <a:p>
            <a:r>
              <a:rPr lang="en-CA" dirty="0"/>
              <a:t>Upcoming</a:t>
            </a:r>
          </a:p>
          <a:p>
            <a:pPr lvl="1"/>
            <a:r>
              <a:rPr lang="en-CA" dirty="0"/>
              <a:t>Great Physicist Blog – DUE: </a:t>
            </a:r>
            <a:r>
              <a:rPr lang="en-CA" dirty="0" smtClean="0"/>
              <a:t>Thursday, Feb 6</a:t>
            </a:r>
            <a:r>
              <a:rPr lang="en-CA" baseline="30000" dirty="0" smtClean="0"/>
              <a:t>th</a:t>
            </a:r>
            <a:r>
              <a:rPr lang="en-CA" dirty="0" smtClean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93460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</TotalTime>
  <Words>84</Words>
  <Application>Microsoft Office PowerPoint</Application>
  <PresentationFormat>On-screen Show (4:3)</PresentationFormat>
  <Paragraphs>19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Grade 12 Physics (SPH4U0_C)</vt:lpstr>
      <vt:lpstr>Data Analysis 2 – Feb 04 (Unit 1: Data Analysis – Day 02)</vt:lpstr>
    </vt:vector>
  </TitlesOfParts>
  <Company>Peel District School Board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Nestor, Gregory</dc:creator>
  <cp:lastModifiedBy>Nestor, Gregory</cp:lastModifiedBy>
  <cp:revision>8</cp:revision>
  <dcterms:created xsi:type="dcterms:W3CDTF">2020-01-30T20:52:43Z</dcterms:created>
  <dcterms:modified xsi:type="dcterms:W3CDTF">2020-02-03T19:12:35Z</dcterms:modified>
</cp:coreProperties>
</file>