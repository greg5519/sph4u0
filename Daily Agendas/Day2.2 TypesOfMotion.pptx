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1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dirty="0"/>
              <a:t>Types of Motion Review – Feb 11</a:t>
            </a:r>
            <a:br>
              <a:rPr lang="en-CA" dirty="0"/>
            </a:br>
            <a:r>
              <a:rPr lang="en-CA" sz="2800" dirty="0"/>
              <a:t>(Unit 2: Kinematics – Day 01)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Data Analysis Quest</a:t>
            </a:r>
          </a:p>
          <a:p>
            <a:pPr lvl="2"/>
            <a:r>
              <a:rPr lang="en-CA" dirty="0"/>
              <a:t>Finish ASAP (~ xx min)</a:t>
            </a:r>
          </a:p>
          <a:p>
            <a:pPr lvl="1"/>
            <a:r>
              <a:rPr lang="en-CA" dirty="0"/>
              <a:t>Types Of Motion</a:t>
            </a:r>
          </a:p>
          <a:p>
            <a:pPr lvl="2"/>
            <a:r>
              <a:rPr lang="en-CA" dirty="0"/>
              <a:t>Work Independently (after quiz)</a:t>
            </a:r>
          </a:p>
          <a:p>
            <a:pPr lvl="2"/>
            <a:r>
              <a:rPr lang="en-CA" dirty="0"/>
              <a:t>HW: Types Of Motion Review Assignment</a:t>
            </a:r>
          </a:p>
          <a:p>
            <a:pPr lvl="2"/>
            <a:r>
              <a:rPr lang="en-CA" dirty="0"/>
              <a:t>HW: Kinematics Review Questions</a:t>
            </a:r>
          </a:p>
          <a:p>
            <a:pPr lvl="2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Past Due: Great Physicist Blog</a:t>
            </a:r>
          </a:p>
          <a:p>
            <a:pPr lvl="1"/>
            <a:r>
              <a:rPr lang="en-CA" dirty="0"/>
              <a:t>Mon. Feb. 17: Lab Report Due (Hardcopy &amp; D2L)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222</TotalTime>
  <Words>59</Words>
  <Application>Microsoft Office PowerPoint</Application>
  <PresentationFormat>On-screen Show 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Types of Motion Review – Feb 11 (Unit 2: Kinematics – Day 01)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28</cp:revision>
  <dcterms:created xsi:type="dcterms:W3CDTF">2020-01-30T20:52:43Z</dcterms:created>
  <dcterms:modified xsi:type="dcterms:W3CDTF">2020-02-10T18:42:55Z</dcterms:modified>
</cp:coreProperties>
</file>