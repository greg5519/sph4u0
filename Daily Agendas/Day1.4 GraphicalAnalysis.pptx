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Graphical Analysis – Feb 06</a:t>
            </a:r>
            <a:br>
              <a:rPr lang="en-CA" dirty="0"/>
            </a:br>
            <a:r>
              <a:rPr lang="en-CA" sz="2800" dirty="0"/>
              <a:t>(Unit 1: Data Analysis – Day 04)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Unit </a:t>
            </a:r>
            <a:r>
              <a:rPr lang="en-CA" dirty="0" smtClean="0"/>
              <a:t>Outline</a:t>
            </a:r>
          </a:p>
          <a:p>
            <a:pPr lvl="1"/>
            <a:r>
              <a:rPr lang="en-CA" dirty="0" smtClean="0"/>
              <a:t>Variables </a:t>
            </a:r>
            <a:r>
              <a:rPr lang="en-CA" dirty="0"/>
              <a:t>Lab </a:t>
            </a:r>
            <a:endParaRPr lang="en-CA" dirty="0" smtClean="0"/>
          </a:p>
          <a:p>
            <a:pPr lvl="2"/>
            <a:r>
              <a:rPr lang="en-CA" dirty="0" smtClean="0"/>
              <a:t>Choose </a:t>
            </a:r>
            <a:r>
              <a:rPr lang="en-CA" dirty="0"/>
              <a:t>Option 1, 2, or </a:t>
            </a:r>
            <a:r>
              <a:rPr lang="en-CA" dirty="0" smtClean="0"/>
              <a:t>3</a:t>
            </a:r>
          </a:p>
          <a:p>
            <a:pPr lvl="2"/>
            <a:r>
              <a:rPr lang="en-CA" dirty="0" smtClean="0"/>
              <a:t>Prepare Lab Book</a:t>
            </a:r>
            <a:endParaRPr lang="en-CA" dirty="0"/>
          </a:p>
          <a:p>
            <a:pPr lvl="1"/>
            <a:r>
              <a:rPr lang="en-CA" dirty="0"/>
              <a:t>Graphical Analysis:</a:t>
            </a:r>
          </a:p>
          <a:p>
            <a:pPr lvl="2"/>
            <a:r>
              <a:rPr lang="en-CA" dirty="0"/>
              <a:t>Presentation: Investigating Relationships</a:t>
            </a:r>
          </a:p>
          <a:p>
            <a:pPr lvl="2"/>
            <a:r>
              <a:rPr lang="en-CA" dirty="0"/>
              <a:t>Practice: Graphical Analysis Example</a:t>
            </a:r>
          </a:p>
          <a:p>
            <a:pPr lvl="2"/>
            <a:r>
              <a:rPr lang="en-CA" dirty="0"/>
              <a:t>Homework: Extra Practice Graphical Analysis</a:t>
            </a:r>
          </a:p>
          <a:p>
            <a:pPr lvl="1"/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Tomorrow: PD Day</a:t>
            </a:r>
          </a:p>
          <a:p>
            <a:pPr lvl="1"/>
            <a:r>
              <a:rPr lang="en-CA" dirty="0"/>
              <a:t>Great Physicist Blog – DUE: Saturday</a:t>
            </a:r>
          </a:p>
          <a:p>
            <a:pPr lvl="1"/>
            <a:r>
              <a:rPr lang="en-CA" dirty="0"/>
              <a:t>Monday: Data Variables Lab</a:t>
            </a:r>
          </a:p>
          <a:p>
            <a:pPr lvl="1"/>
            <a:r>
              <a:rPr lang="en-CA" dirty="0"/>
              <a:t>Tuesday: Data Analysis Quest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Lab 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 smtClean="0"/>
              <a:t>Reserve First Page For Table Of Contents</a:t>
            </a:r>
          </a:p>
          <a:p>
            <a:pPr lvl="1"/>
            <a:r>
              <a:rPr lang="en-CA" dirty="0" smtClean="0"/>
              <a:t>Number All Pages NOW</a:t>
            </a:r>
          </a:p>
          <a:p>
            <a:pPr lvl="1"/>
            <a:endParaRPr lang="en-CA" dirty="0" smtClean="0"/>
          </a:p>
          <a:p>
            <a:r>
              <a:rPr lang="en-CA" dirty="0" smtClean="0"/>
              <a:t>Used For Pre-Lab Work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 smtClean="0"/>
              <a:t>Purpose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 smtClean="0"/>
              <a:t>Hypothesis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 smtClean="0"/>
              <a:t>Materials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 smtClean="0"/>
              <a:t>Procedure</a:t>
            </a:r>
          </a:p>
          <a:p>
            <a:pPr lvl="1"/>
            <a:endParaRPr lang="en-CA" dirty="0"/>
          </a:p>
          <a:p>
            <a:r>
              <a:rPr lang="en-CA" dirty="0" smtClean="0"/>
              <a:t> Used For Data Collection</a:t>
            </a:r>
          </a:p>
          <a:p>
            <a:pPr lvl="1"/>
            <a:r>
              <a:rPr lang="en-CA" dirty="0" smtClean="0"/>
              <a:t>Prepare data table in advance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22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</TotalTime>
  <Words>92</Words>
  <Application>Microsoft Office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Graphical Analysis – Feb 06 (Unit 1: Data Analysis – Day 04)</vt:lpstr>
      <vt:lpstr>Lab Book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25</cp:revision>
  <dcterms:created xsi:type="dcterms:W3CDTF">2020-01-30T20:52:43Z</dcterms:created>
  <dcterms:modified xsi:type="dcterms:W3CDTF">2020-02-06T13:33:19Z</dcterms:modified>
</cp:coreProperties>
</file>