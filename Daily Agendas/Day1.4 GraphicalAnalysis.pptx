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/>
              <a:t>Graphical Analysis – Feb 06</a:t>
            </a:r>
            <a:br>
              <a:rPr lang="en-CA" dirty="0"/>
            </a:br>
            <a:r>
              <a:rPr lang="en-CA" sz="2800" dirty="0"/>
              <a:t>(Unit 1: Data Analysis – Day 04)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Unit Outline</a:t>
            </a:r>
          </a:p>
          <a:p>
            <a:pPr lvl="2"/>
            <a:r>
              <a:rPr lang="en-CA" dirty="0"/>
              <a:t>Variables Lab – Choose Option 1, 2, or 3</a:t>
            </a:r>
          </a:p>
          <a:p>
            <a:pPr lvl="1"/>
            <a:r>
              <a:rPr lang="en-CA" dirty="0"/>
              <a:t>Graphical Analysis:</a:t>
            </a:r>
          </a:p>
          <a:p>
            <a:pPr lvl="2"/>
            <a:r>
              <a:rPr lang="en-CA" dirty="0"/>
              <a:t>Presentation: Investigating Relationships</a:t>
            </a:r>
          </a:p>
          <a:p>
            <a:pPr lvl="2"/>
            <a:r>
              <a:rPr lang="en-CA" dirty="0"/>
              <a:t>Practice: Graphical Analysis Example</a:t>
            </a:r>
          </a:p>
          <a:p>
            <a:pPr lvl="2"/>
            <a:r>
              <a:rPr lang="en-CA" dirty="0"/>
              <a:t>Homework: Extra Practice Graphical Analysis</a:t>
            </a:r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Tomorrow: PD Day</a:t>
            </a:r>
          </a:p>
          <a:p>
            <a:pPr lvl="1"/>
            <a:r>
              <a:rPr lang="en-CA" dirty="0"/>
              <a:t>Great Physicist Blog – DUE: Saturday</a:t>
            </a:r>
          </a:p>
          <a:p>
            <a:pPr lvl="1"/>
            <a:r>
              <a:rPr lang="en-CA" dirty="0"/>
              <a:t>Monday: Data Variables Lab</a:t>
            </a:r>
          </a:p>
          <a:p>
            <a:pPr lvl="1"/>
            <a:r>
              <a:rPr lang="en-CA" dirty="0"/>
              <a:t>Tuesday: Data Analysis Quest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</TotalTime>
  <Words>70</Words>
  <Application>Microsoft Office PowerPoint</Application>
  <PresentationFormat>On-screen Show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Graphical Analysis – Feb 06 (Unit 1: Data Analysis – Day 04)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Greg Nestor</cp:lastModifiedBy>
  <cp:revision>23</cp:revision>
  <dcterms:created xsi:type="dcterms:W3CDTF">2020-01-30T20:52:43Z</dcterms:created>
  <dcterms:modified xsi:type="dcterms:W3CDTF">2020-02-05T22:42:26Z</dcterms:modified>
</cp:coreProperties>
</file>