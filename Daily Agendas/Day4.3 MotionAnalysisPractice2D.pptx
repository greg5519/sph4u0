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2/26/2020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CA" dirty="0"/>
              <a:t>2D </a:t>
            </a:r>
            <a:r>
              <a:rPr lang="en-CA" dirty="0" smtClean="0"/>
              <a:t>Motion Analysis Practice </a:t>
            </a:r>
            <a:r>
              <a:rPr lang="en-CA" dirty="0"/>
              <a:t>– Feb </a:t>
            </a:r>
            <a:r>
              <a:rPr lang="en-CA" dirty="0" smtClean="0"/>
              <a:t>26</a:t>
            </a:r>
            <a:r>
              <a:rPr lang="en-CA" dirty="0"/>
              <a:t/>
            </a:r>
            <a:br>
              <a:rPr lang="en-CA" dirty="0"/>
            </a:br>
            <a:r>
              <a:rPr lang="en-CA" sz="2800" dirty="0"/>
              <a:t>(Unit 2: Kinematics – Day </a:t>
            </a:r>
            <a:r>
              <a:rPr lang="en-CA" sz="2800" dirty="0" smtClean="0"/>
              <a:t>10)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2D </a:t>
            </a:r>
            <a:r>
              <a:rPr lang="en-CA" dirty="0" smtClean="0"/>
              <a:t>Motion Analysis Practice</a:t>
            </a:r>
          </a:p>
          <a:p>
            <a:pPr lvl="2"/>
            <a:r>
              <a:rPr lang="en-CA" dirty="0"/>
              <a:t>Three Method 2D Analysis Comparison </a:t>
            </a:r>
            <a:endParaRPr lang="en-CA" dirty="0" smtClean="0"/>
          </a:p>
          <a:p>
            <a:pPr lvl="2"/>
            <a:r>
              <a:rPr lang="en-CA" dirty="0" smtClean="0"/>
              <a:t>Textbook Questions – See Unit Outline</a:t>
            </a:r>
            <a:endParaRPr lang="en-CA" dirty="0"/>
          </a:p>
          <a:p>
            <a:pPr lvl="1"/>
            <a:r>
              <a:rPr lang="en-CA" dirty="0" smtClean="0"/>
              <a:t>Past Work</a:t>
            </a:r>
            <a:endParaRPr lang="en-CA" dirty="0"/>
          </a:p>
          <a:p>
            <a:pPr lvl="2"/>
            <a:r>
              <a:rPr lang="en-CA" dirty="0"/>
              <a:t>HW: Vector Operation Worksheet</a:t>
            </a:r>
          </a:p>
          <a:p>
            <a:pPr lvl="2"/>
            <a:r>
              <a:rPr lang="en-CA" dirty="0" smtClean="0"/>
              <a:t>HW</a:t>
            </a:r>
            <a:r>
              <a:rPr lang="en-CA" dirty="0"/>
              <a:t>: 2D Displacement Sine Law Problems</a:t>
            </a:r>
          </a:p>
          <a:p>
            <a:pPr lvl="2"/>
            <a:r>
              <a:rPr lang="en-CA" dirty="0" smtClean="0"/>
              <a:t>HW</a:t>
            </a:r>
            <a:r>
              <a:rPr lang="en-CA" dirty="0"/>
              <a:t>: Component Analysis Worksheet</a:t>
            </a:r>
          </a:p>
          <a:p>
            <a:pPr lvl="2"/>
            <a:r>
              <a:rPr lang="en-CA" dirty="0" smtClean="0"/>
              <a:t>HW</a:t>
            </a:r>
            <a:r>
              <a:rPr lang="en-CA" dirty="0"/>
              <a:t>: 2D Acceleration Worksheet Problems</a:t>
            </a:r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 smtClean="0"/>
              <a:t>Due ASAP</a:t>
            </a:r>
            <a:r>
              <a:rPr lang="en-CA" dirty="0"/>
              <a:t>: Three Method 2D Analysis Comparison</a:t>
            </a:r>
            <a:endParaRPr lang="en-CA" dirty="0" smtClean="0"/>
          </a:p>
          <a:p>
            <a:pPr lvl="1"/>
            <a:r>
              <a:rPr lang="en-CA" dirty="0" smtClean="0">
                <a:solidFill>
                  <a:srgbClr val="FF0000"/>
                </a:solidFill>
              </a:rPr>
              <a:t>Tomorrow: </a:t>
            </a:r>
            <a:r>
              <a:rPr lang="en-CA" dirty="0">
                <a:solidFill>
                  <a:srgbClr val="FF0000"/>
                </a:solidFill>
              </a:rPr>
              <a:t>2D Motion Quiz</a:t>
            </a:r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smtClean="0"/>
              <a:t>Warm-Up Question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 large cruise boat moving at 5.00 km/h  [NE] speeds up and turns over a 15.00 minute time interval to reach a new velocity of 8.00 km/h [S].  Find the acceleration of the boat. </a:t>
            </a:r>
            <a:endParaRPr lang="en-CA" dirty="0" smtClean="0"/>
          </a:p>
          <a:p>
            <a:endParaRPr lang="en-CA" dirty="0"/>
          </a:p>
          <a:p>
            <a:pPr marL="0" indent="0" algn="r">
              <a:buNone/>
            </a:pPr>
            <a:r>
              <a:rPr lang="en-CA" dirty="0" err="1" smtClean="0"/>
              <a:t>Ans</a:t>
            </a:r>
            <a:r>
              <a:rPr lang="en-CA" dirty="0" smtClean="0"/>
              <a:t>: 48.3 km/h</a:t>
            </a:r>
            <a:r>
              <a:rPr lang="en-CA" baseline="30000" dirty="0" smtClean="0"/>
              <a:t>2</a:t>
            </a:r>
            <a:r>
              <a:rPr lang="en-CA" dirty="0" smtClean="0"/>
              <a:t> [S17°W]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961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328</TotalTime>
  <Words>110</Words>
  <Application>Microsoft Office PowerPoint</Application>
  <PresentationFormat>On-screen Show (4:3)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2D Motion Analysis Practice – Feb 26 (Unit 2: Kinematics – Day 10)</vt:lpstr>
      <vt:lpstr>Warm-Up Question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51</cp:revision>
  <dcterms:created xsi:type="dcterms:W3CDTF">2020-01-30T20:52:43Z</dcterms:created>
  <dcterms:modified xsi:type="dcterms:W3CDTF">2020-02-26T12:48:24Z</dcterms:modified>
</cp:coreProperties>
</file>