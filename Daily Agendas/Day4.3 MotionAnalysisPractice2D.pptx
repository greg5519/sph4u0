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/>
              <a:t>2D </a:t>
            </a:r>
            <a:r>
              <a:rPr lang="en-CA" dirty="0" smtClean="0"/>
              <a:t>Motion Analysis Practice </a:t>
            </a:r>
            <a:r>
              <a:rPr lang="en-CA" dirty="0"/>
              <a:t>– Feb </a:t>
            </a:r>
            <a:r>
              <a:rPr lang="en-CA" dirty="0" smtClean="0"/>
              <a:t>26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10)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2D </a:t>
            </a:r>
            <a:r>
              <a:rPr lang="en-CA" dirty="0" smtClean="0"/>
              <a:t>Motion Analysis Practice</a:t>
            </a:r>
          </a:p>
          <a:p>
            <a:pPr lvl="2"/>
            <a:r>
              <a:rPr lang="en-CA"/>
              <a:t>Three Method 2D Analysis </a:t>
            </a:r>
            <a:r>
              <a:rPr lang="en-CA"/>
              <a:t>Comparison </a:t>
            </a:r>
            <a:endParaRPr lang="en-CA" smtClean="0"/>
          </a:p>
          <a:p>
            <a:pPr lvl="2"/>
            <a:r>
              <a:rPr lang="en-CA" smtClean="0"/>
              <a:t>Textbook </a:t>
            </a:r>
            <a:r>
              <a:rPr lang="en-CA" dirty="0" smtClean="0"/>
              <a:t>Questions – See Unit Outline</a:t>
            </a:r>
            <a:endParaRPr lang="en-CA" dirty="0"/>
          </a:p>
          <a:p>
            <a:pPr lvl="1"/>
            <a:r>
              <a:rPr lang="en-CA" dirty="0" smtClean="0"/>
              <a:t>Past Work</a:t>
            </a:r>
            <a:endParaRPr lang="en-CA" dirty="0"/>
          </a:p>
          <a:p>
            <a:pPr lvl="2"/>
            <a:r>
              <a:rPr lang="en-CA" dirty="0"/>
              <a:t>HW: Vector Operation Worksheet</a:t>
            </a:r>
          </a:p>
          <a:p>
            <a:pPr lvl="2"/>
            <a:r>
              <a:rPr lang="en-CA" dirty="0" smtClean="0"/>
              <a:t>HW</a:t>
            </a:r>
            <a:r>
              <a:rPr lang="en-CA" dirty="0"/>
              <a:t>: 2D Displacement Sine Law Problems</a:t>
            </a:r>
          </a:p>
          <a:p>
            <a:pPr lvl="2"/>
            <a:r>
              <a:rPr lang="en-CA" dirty="0" smtClean="0"/>
              <a:t>HW</a:t>
            </a:r>
            <a:r>
              <a:rPr lang="en-CA" dirty="0"/>
              <a:t>: Component Analysis Worksheet</a:t>
            </a:r>
          </a:p>
          <a:p>
            <a:pPr lvl="2"/>
            <a:r>
              <a:rPr lang="en-CA" dirty="0" smtClean="0"/>
              <a:t>HW</a:t>
            </a:r>
            <a:r>
              <a:rPr lang="en-CA" dirty="0"/>
              <a:t>: 2D Acceleration Worksheet Problems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smtClean="0"/>
              <a:t>Due ASAP</a:t>
            </a:r>
            <a:r>
              <a:rPr lang="en-CA" dirty="0"/>
              <a:t>: Three Method 2D Analysis Comparison</a:t>
            </a:r>
            <a:endParaRPr lang="en-CA" dirty="0" smtClean="0"/>
          </a:p>
          <a:p>
            <a:pPr lvl="1"/>
            <a:r>
              <a:rPr lang="en-CA" dirty="0" smtClean="0"/>
              <a:t>Tomorrow: </a:t>
            </a:r>
            <a:r>
              <a:rPr lang="en-CA" dirty="0"/>
              <a:t>2D Motion Quiz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</TotalTime>
  <Words>62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2D Motion Analysis Practice – Feb 26 (Unit 2: Kinematics – Day 10)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49</cp:revision>
  <dcterms:created xsi:type="dcterms:W3CDTF">2020-01-30T20:52:43Z</dcterms:created>
  <dcterms:modified xsi:type="dcterms:W3CDTF">2020-02-25T17:33:14Z</dcterms:modified>
</cp:coreProperties>
</file>