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5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817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63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28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4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8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425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909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92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37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69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695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DDC6D-30E6-4591-A5D6-EBA4A0A375E4}" type="datetimeFigureOut">
              <a:rPr lang="en-US" smtClean="0"/>
              <a:t>2/19/2020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19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CA" dirty="0" smtClean="0"/>
              <a:t>2D Displacement Analysis – </a:t>
            </a:r>
            <a:r>
              <a:rPr lang="en-CA" dirty="0"/>
              <a:t>Feb </a:t>
            </a:r>
            <a:r>
              <a:rPr lang="en-CA" dirty="0" smtClean="0"/>
              <a:t>19</a:t>
            </a:r>
            <a:r>
              <a:rPr lang="en-CA" dirty="0"/>
              <a:t/>
            </a:r>
            <a:br>
              <a:rPr lang="en-CA" dirty="0"/>
            </a:br>
            <a:r>
              <a:rPr lang="en-CA" sz="2800" dirty="0"/>
              <a:t>(Unit 2: Kinematics – Day </a:t>
            </a:r>
            <a:r>
              <a:rPr lang="en-CA" sz="2800" dirty="0" smtClean="0"/>
              <a:t>06)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Agenda</a:t>
            </a:r>
          </a:p>
          <a:p>
            <a:pPr lvl="1"/>
            <a:r>
              <a:rPr lang="en-CA" dirty="0" smtClean="0"/>
              <a:t>Introductory Lab Report </a:t>
            </a:r>
          </a:p>
          <a:p>
            <a:pPr lvl="2"/>
            <a:r>
              <a:rPr lang="en-CA" dirty="0" smtClean="0"/>
              <a:t>D2L Dropbox</a:t>
            </a:r>
          </a:p>
          <a:p>
            <a:pPr lvl="2"/>
            <a:r>
              <a:rPr lang="en-CA" dirty="0" smtClean="0"/>
              <a:t>Hardcopy Due Today</a:t>
            </a:r>
          </a:p>
          <a:p>
            <a:pPr lvl="1"/>
            <a:r>
              <a:rPr lang="en-CA" dirty="0" smtClean="0"/>
              <a:t>Debrief</a:t>
            </a:r>
            <a:r>
              <a:rPr lang="en-CA" dirty="0"/>
              <a:t>: </a:t>
            </a:r>
            <a:r>
              <a:rPr lang="en-CA" dirty="0" smtClean="0"/>
              <a:t>Chase </a:t>
            </a:r>
            <a:r>
              <a:rPr lang="en-CA" dirty="0"/>
              <a:t>Problems</a:t>
            </a:r>
          </a:p>
          <a:p>
            <a:pPr lvl="2"/>
            <a:r>
              <a:rPr lang="en-CA" dirty="0" smtClean="0"/>
              <a:t>HW</a:t>
            </a:r>
            <a:r>
              <a:rPr lang="en-CA" dirty="0"/>
              <a:t>: Chase Problems </a:t>
            </a:r>
            <a:r>
              <a:rPr lang="en-CA" dirty="0" smtClean="0"/>
              <a:t>Worksheet</a:t>
            </a:r>
          </a:p>
          <a:p>
            <a:pPr lvl="1"/>
            <a:r>
              <a:rPr lang="en-CA" dirty="0" smtClean="0"/>
              <a:t>2D Displacement Analysis</a:t>
            </a:r>
          </a:p>
          <a:p>
            <a:pPr lvl="2"/>
            <a:r>
              <a:rPr lang="en-CA" smtClean="0"/>
              <a:t>Scale Diagrams &amp; Cosine-Sine </a:t>
            </a:r>
            <a:r>
              <a:rPr lang="en-CA" dirty="0" smtClean="0"/>
              <a:t>Law</a:t>
            </a:r>
          </a:p>
          <a:p>
            <a:pPr lvl="2"/>
            <a:r>
              <a:rPr lang="en-CA" dirty="0" smtClean="0"/>
              <a:t>HW: Vector Operation Worksheet</a:t>
            </a:r>
            <a:endParaRPr lang="en-CA" dirty="0"/>
          </a:p>
          <a:p>
            <a:pPr marL="457200" lvl="1" indent="0">
              <a:buNone/>
            </a:pPr>
            <a:endParaRPr lang="en-CA" dirty="0"/>
          </a:p>
          <a:p>
            <a:r>
              <a:rPr lang="en-CA" dirty="0"/>
              <a:t>Upcoming</a:t>
            </a:r>
          </a:p>
          <a:p>
            <a:pPr lvl="1"/>
            <a:r>
              <a:rPr lang="en-CA" dirty="0" smtClean="0"/>
              <a:t>Today: </a:t>
            </a:r>
            <a:r>
              <a:rPr lang="en-CA" dirty="0"/>
              <a:t>Lab Report Due (Hardcopy &amp; D2L</a:t>
            </a:r>
            <a:r>
              <a:rPr lang="en-CA" dirty="0" smtClean="0"/>
              <a:t>)</a:t>
            </a:r>
          </a:p>
          <a:p>
            <a:pPr lvl="1"/>
            <a:r>
              <a:rPr lang="en-CA" dirty="0" smtClean="0">
                <a:solidFill>
                  <a:srgbClr val="FF0000"/>
                </a:solidFill>
              </a:rPr>
              <a:t>Tomorrow: 1D Kinematics Quest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9346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Chase Problem – Head Start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dirty="0"/>
              <a:t>a swimming race, a father gives his 4-year old son a 10.0 second head-start. The pool is 25.0 meters long. The child swims at 0.80 m/s while the father swims at 1.20 m/sec.  Find the displacement at which the father catches up with the child.  											        </a:t>
            </a:r>
            <a:r>
              <a:rPr lang="en-CA" b="1" i="1" dirty="0" err="1"/>
              <a:t>Ans</a:t>
            </a:r>
            <a:r>
              <a:rPr lang="en-CA" b="1" i="1" dirty="0"/>
              <a:t>:  24.0 m [Forward]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358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282</TotalTime>
  <Words>109</Words>
  <Application>Microsoft Office PowerPoint</Application>
  <PresentationFormat>On-screen Show (4:3)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2D Displacement Analysis – Feb 19 (Unit 2: Kinematics – Day 06)</vt:lpstr>
      <vt:lpstr>Chase Problem – Head Start</vt:lpstr>
    </vt:vector>
  </TitlesOfParts>
  <Company>Peel District School Board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Nestor, Gregory</dc:creator>
  <cp:lastModifiedBy>Nestor, Gregory</cp:lastModifiedBy>
  <cp:revision>38</cp:revision>
  <dcterms:created xsi:type="dcterms:W3CDTF">2020-01-30T20:52:43Z</dcterms:created>
  <dcterms:modified xsi:type="dcterms:W3CDTF">2020-02-19T14:08:43Z</dcterms:modified>
</cp:coreProperties>
</file>