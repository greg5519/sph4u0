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dirty="0"/>
              <a:t>Famous Five Review – Feb 14</a:t>
            </a:r>
            <a:br>
              <a:rPr lang="en-CA" dirty="0"/>
            </a:br>
            <a:r>
              <a:rPr lang="en-CA" sz="2800" dirty="0"/>
              <a:t>(Unit 2: Kinematics – Day 03)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Debrief: Types Of Motion &amp; Graph Analysis</a:t>
            </a:r>
          </a:p>
          <a:p>
            <a:pPr lvl="2"/>
            <a:r>
              <a:rPr lang="en-CA" dirty="0"/>
              <a:t>Types Of Motion Review Assignment</a:t>
            </a:r>
          </a:p>
          <a:p>
            <a:pPr lvl="2"/>
            <a:r>
              <a:rPr lang="en-CA" dirty="0"/>
              <a:t>Graph Analysis Practice Worksheets </a:t>
            </a:r>
          </a:p>
          <a:p>
            <a:pPr lvl="1"/>
            <a:r>
              <a:rPr lang="en-CA" dirty="0"/>
              <a:t>Famous Five Review</a:t>
            </a:r>
          </a:p>
          <a:p>
            <a:pPr lvl="2"/>
            <a:r>
              <a:rPr lang="en-CA" dirty="0"/>
              <a:t>Famous Five Review Questions</a:t>
            </a:r>
          </a:p>
          <a:p>
            <a:pPr lvl="2"/>
            <a:r>
              <a:rPr lang="en-CA" dirty="0"/>
              <a:t>Famous </a:t>
            </a:r>
            <a:r>
              <a:rPr lang="en-CA"/>
              <a:t>Five Combo </a:t>
            </a:r>
            <a:r>
              <a:rPr lang="en-CA" dirty="0"/>
              <a:t>Questions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Wed. Feb. 19: Lab Report Due (Hardcopy &amp; D2L)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</TotalTime>
  <Words>60</Words>
  <Application>Microsoft Office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Famous Five Review – Feb 14 (Unit 2: Kinematics – Day 03)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32</cp:revision>
  <dcterms:created xsi:type="dcterms:W3CDTF">2020-01-30T20:52:43Z</dcterms:created>
  <dcterms:modified xsi:type="dcterms:W3CDTF">2020-02-12T22:03:41Z</dcterms:modified>
</cp:coreProperties>
</file>