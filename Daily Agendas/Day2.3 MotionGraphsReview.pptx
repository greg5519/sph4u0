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0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17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3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4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8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25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09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92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3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69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95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DDC6D-30E6-4591-A5D6-EBA4A0A375E4}" type="datetimeFigureOut">
              <a:rPr lang="en-US" smtClean="0"/>
              <a:t>2/9/2020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9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CA" dirty="0"/>
              <a:t>Motion Graphs Review – Feb 12</a:t>
            </a:r>
            <a:br>
              <a:rPr lang="en-CA" dirty="0"/>
            </a:br>
            <a:r>
              <a:rPr lang="en-CA" sz="2800" dirty="0"/>
              <a:t>(Unit 2: Kinematics – Day 02)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Agenda</a:t>
            </a:r>
          </a:p>
          <a:p>
            <a:pPr lvl="1"/>
            <a:r>
              <a:rPr lang="en-CA" dirty="0"/>
              <a:t>Types Of Motion - Debrief</a:t>
            </a:r>
          </a:p>
          <a:p>
            <a:pPr lvl="2"/>
            <a:r>
              <a:rPr lang="en-CA" dirty="0"/>
              <a:t>HW: Types Of Motion Review Assignment</a:t>
            </a:r>
          </a:p>
          <a:p>
            <a:pPr lvl="2"/>
            <a:r>
              <a:rPr lang="en-CA" dirty="0"/>
              <a:t>HW: Kinematics Review Questions</a:t>
            </a:r>
          </a:p>
          <a:p>
            <a:pPr lvl="1"/>
            <a:r>
              <a:rPr lang="en-CA" dirty="0"/>
              <a:t>Graph Analysis Review</a:t>
            </a:r>
          </a:p>
          <a:p>
            <a:pPr lvl="2"/>
            <a:r>
              <a:rPr lang="en-CA" dirty="0"/>
              <a:t>Discussion: Graph Analysis Reference</a:t>
            </a:r>
          </a:p>
          <a:p>
            <a:pPr lvl="2"/>
            <a:r>
              <a:rPr lang="en-CA" dirty="0"/>
              <a:t>Practice: Graph Analysis Practice Worksheets</a:t>
            </a:r>
          </a:p>
          <a:p>
            <a:pPr lvl="1"/>
            <a:endParaRPr lang="en-CA" dirty="0"/>
          </a:p>
          <a:p>
            <a:r>
              <a:rPr lang="en-CA" dirty="0"/>
              <a:t>Upcoming</a:t>
            </a:r>
          </a:p>
          <a:p>
            <a:pPr lvl="1"/>
            <a:r>
              <a:rPr lang="en-CA" dirty="0"/>
              <a:t>Tomorrow: No School – Teacher Work Withdrawal</a:t>
            </a:r>
          </a:p>
          <a:p>
            <a:pPr lvl="1"/>
            <a:r>
              <a:rPr lang="en-CA" dirty="0"/>
              <a:t>Mon. Feb. 17: Lab Report Due (Hardcopy &amp; D2L)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346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228</TotalTime>
  <Words>71</Words>
  <Application>Microsoft Office PowerPoint</Application>
  <PresentationFormat>On-screen Show (4:3)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Motion Graphs Review – Feb 12 (Unit 2: Kinematics – Day 02)</vt:lpstr>
    </vt:vector>
  </TitlesOfParts>
  <Company>Peel District School Board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Nestor, Gregory</dc:creator>
  <cp:lastModifiedBy>Greg Nestor</cp:lastModifiedBy>
  <cp:revision>29</cp:revision>
  <dcterms:created xsi:type="dcterms:W3CDTF">2020-01-30T20:52:43Z</dcterms:created>
  <dcterms:modified xsi:type="dcterms:W3CDTF">2020-02-09T16:52:57Z</dcterms:modified>
</cp:coreProperties>
</file>