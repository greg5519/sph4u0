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18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CA" dirty="0"/>
              <a:t>Motion Graphs Review – Feb 12</a:t>
            </a:r>
            <a:br>
              <a:rPr lang="en-CA" dirty="0"/>
            </a:br>
            <a:r>
              <a:rPr lang="en-CA" sz="2800" dirty="0"/>
              <a:t>(Unit 2: Kinematics – Day 02)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/>
              <a:t>Types Of Motion - Debrief</a:t>
            </a:r>
          </a:p>
          <a:p>
            <a:pPr lvl="2"/>
            <a:r>
              <a:rPr lang="en-CA" dirty="0"/>
              <a:t>HW: Types Of Motion Review Assignment</a:t>
            </a:r>
          </a:p>
          <a:p>
            <a:pPr lvl="2"/>
            <a:r>
              <a:rPr lang="en-CA" dirty="0"/>
              <a:t>HW: Kinematics Review Questions</a:t>
            </a:r>
          </a:p>
          <a:p>
            <a:pPr lvl="1"/>
            <a:r>
              <a:rPr lang="en-CA" dirty="0"/>
              <a:t>Graph Analysis Review</a:t>
            </a:r>
          </a:p>
          <a:p>
            <a:pPr lvl="2"/>
            <a:r>
              <a:rPr lang="en-CA" dirty="0"/>
              <a:t>Discussion: Graph Analysis Reference</a:t>
            </a:r>
          </a:p>
          <a:p>
            <a:pPr lvl="2"/>
            <a:r>
              <a:rPr lang="en-CA" dirty="0"/>
              <a:t>Practice: Graph Analysis Practice Worksheets</a:t>
            </a:r>
          </a:p>
          <a:p>
            <a:pPr lvl="1"/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/>
              <a:t>Tomorrow: No School – Teacher Work Withdrawal</a:t>
            </a:r>
          </a:p>
          <a:p>
            <a:pPr lvl="1"/>
            <a:r>
              <a:rPr lang="en-CA" dirty="0" smtClean="0"/>
              <a:t>Wed. </a:t>
            </a:r>
            <a:r>
              <a:rPr lang="en-CA" dirty="0"/>
              <a:t>Feb. </a:t>
            </a:r>
            <a:r>
              <a:rPr lang="en-CA" smtClean="0"/>
              <a:t>19: </a:t>
            </a:r>
            <a:r>
              <a:rPr lang="en-CA" dirty="0"/>
              <a:t>Lab Report Due (Hardcopy &amp; D2L)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</TotalTime>
  <Words>61</Words>
  <Application>Microsoft Office PowerPoint</Application>
  <PresentationFormat>On-screen Show (4:3)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Motion Graphs Review – Feb 12 (Unit 2: Kinematics – Day 02)</vt:lpstr>
    </vt:vector>
  </TitlesOfParts>
  <Company>Peel District School 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30</cp:revision>
  <dcterms:created xsi:type="dcterms:W3CDTF">2020-01-30T20:52:43Z</dcterms:created>
  <dcterms:modified xsi:type="dcterms:W3CDTF">2020-02-11T19:19:35Z</dcterms:modified>
</cp:coreProperties>
</file>