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  <p:sldId id="259" r:id="rId3"/>
    <p:sldId id="258" r:id="rId4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7" d="100"/>
          <a:sy n="107" d="100"/>
        </p:scale>
        <p:origin x="462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FDDC6D-30E6-4591-A5D6-EBA4A0A375E4}" type="datetimeFigureOut">
              <a:rPr lang="en-US" smtClean="0"/>
              <a:t>3/4/2020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B96C6B-EAAB-40A1-8391-D0AADCFBA1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38178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FDDC6D-30E6-4591-A5D6-EBA4A0A375E4}" type="datetimeFigureOut">
              <a:rPr lang="en-US" smtClean="0"/>
              <a:t>3/4/2020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B96C6B-EAAB-40A1-8391-D0AADCFBA1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8638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FDDC6D-30E6-4591-A5D6-EBA4A0A375E4}" type="datetimeFigureOut">
              <a:rPr lang="en-US" smtClean="0"/>
              <a:t>3/4/2020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B96C6B-EAAB-40A1-8391-D0AADCFBA1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5281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FDDC6D-30E6-4591-A5D6-EBA4A0A375E4}" type="datetimeFigureOut">
              <a:rPr lang="en-US" smtClean="0"/>
              <a:t>3/4/2020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B96C6B-EAAB-40A1-8391-D0AADCFBA1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9541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FDDC6D-30E6-4591-A5D6-EBA4A0A375E4}" type="datetimeFigureOut">
              <a:rPr lang="en-US" smtClean="0"/>
              <a:t>3/4/2020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B96C6B-EAAB-40A1-8391-D0AADCFBA1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7789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FDDC6D-30E6-4591-A5D6-EBA4A0A375E4}" type="datetimeFigureOut">
              <a:rPr lang="en-US" smtClean="0"/>
              <a:t>3/4/2020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B96C6B-EAAB-40A1-8391-D0AADCFBA1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44251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FDDC6D-30E6-4591-A5D6-EBA4A0A375E4}" type="datetimeFigureOut">
              <a:rPr lang="en-US" smtClean="0"/>
              <a:t>3/4/2020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B96C6B-EAAB-40A1-8391-D0AADCFBA1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39096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FDDC6D-30E6-4591-A5D6-EBA4A0A375E4}" type="datetimeFigureOut">
              <a:rPr lang="en-US" smtClean="0"/>
              <a:t>3/4/2020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B96C6B-EAAB-40A1-8391-D0AADCFBA1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15924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FDDC6D-30E6-4591-A5D6-EBA4A0A375E4}" type="datetimeFigureOut">
              <a:rPr lang="en-US" smtClean="0"/>
              <a:t>3/4/2020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B96C6B-EAAB-40A1-8391-D0AADCFBA1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01372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FDDC6D-30E6-4591-A5D6-EBA4A0A375E4}" type="datetimeFigureOut">
              <a:rPr lang="en-US" smtClean="0"/>
              <a:t>3/4/2020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B96C6B-EAAB-40A1-8391-D0AADCFBA1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09693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FDDC6D-30E6-4591-A5D6-EBA4A0A375E4}" type="datetimeFigureOut">
              <a:rPr lang="en-US" smtClean="0"/>
              <a:t>3/4/2020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B96C6B-EAAB-40A1-8391-D0AADCFBA1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46959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BFDDC6D-30E6-4591-A5D6-EBA4A0A375E4}" type="datetimeFigureOut">
              <a:rPr lang="en-US" smtClean="0"/>
              <a:t>3/4/2020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B96C6B-EAAB-40A1-8391-D0AADCFBA1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31986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CA" dirty="0"/>
              <a:t>Relative Motion Part 1 – Mar 05</a:t>
            </a:r>
            <a:br>
              <a:rPr lang="en-CA" dirty="0"/>
            </a:br>
            <a:r>
              <a:rPr lang="en-CA" sz="2800" dirty="0"/>
              <a:t>(Unit 2: Kinematics – Day 16)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n-CA" dirty="0"/>
              <a:t>Agenda</a:t>
            </a:r>
          </a:p>
          <a:p>
            <a:pPr lvl="1"/>
            <a:r>
              <a:rPr lang="en-CA" dirty="0"/>
              <a:t>Frames of Reference</a:t>
            </a:r>
          </a:p>
          <a:p>
            <a:pPr lvl="2"/>
            <a:r>
              <a:rPr lang="en-CA" dirty="0"/>
              <a:t>Discussion: Frames of Reference</a:t>
            </a:r>
          </a:p>
          <a:p>
            <a:pPr lvl="2"/>
            <a:r>
              <a:rPr lang="en-CA" dirty="0"/>
              <a:t>Relative Velocity Sample Questions (Page 1)</a:t>
            </a:r>
          </a:p>
          <a:p>
            <a:pPr lvl="2"/>
            <a:r>
              <a:rPr lang="en-CA" dirty="0"/>
              <a:t>Video: Frames of Reference</a:t>
            </a:r>
          </a:p>
          <a:p>
            <a:pPr lvl="1"/>
            <a:r>
              <a:rPr lang="en-CA" dirty="0"/>
              <a:t>1-Dimension – Chain Rule</a:t>
            </a:r>
          </a:p>
          <a:p>
            <a:pPr lvl="2"/>
            <a:r>
              <a:rPr lang="en-CA" dirty="0"/>
              <a:t>Presentation: Relative Velocity (Pg. 1-4)</a:t>
            </a:r>
          </a:p>
          <a:p>
            <a:pPr lvl="2"/>
            <a:r>
              <a:rPr lang="en-CA" dirty="0"/>
              <a:t>Relative Velocity Sample Questions (Page 2 Top)</a:t>
            </a:r>
          </a:p>
          <a:p>
            <a:pPr lvl="1"/>
            <a:r>
              <a:rPr lang="en-CA" dirty="0"/>
              <a:t>2-Dimension River Crossing</a:t>
            </a:r>
          </a:p>
          <a:p>
            <a:pPr lvl="2"/>
            <a:r>
              <a:rPr lang="en-CA" dirty="0"/>
              <a:t>Presentation: Relative Velocity (Pg. 5)</a:t>
            </a:r>
          </a:p>
          <a:p>
            <a:pPr lvl="2"/>
            <a:r>
              <a:rPr lang="en-CA" dirty="0"/>
              <a:t>Relative Velocity Sample Questions (Page 2 Bottom)</a:t>
            </a:r>
          </a:p>
          <a:p>
            <a:pPr lvl="1"/>
            <a:r>
              <a:rPr lang="en-CA" dirty="0"/>
              <a:t>2-Dimension Airplane Navigation</a:t>
            </a:r>
          </a:p>
          <a:p>
            <a:pPr lvl="2"/>
            <a:r>
              <a:rPr lang="en-CA" dirty="0"/>
              <a:t>Presentation: Relative Velocity (Pg. 6-7)</a:t>
            </a:r>
          </a:p>
          <a:p>
            <a:pPr lvl="2"/>
            <a:r>
              <a:rPr lang="en-CA" dirty="0"/>
              <a:t>Relative Velocity Sample Questions (Page 3)</a:t>
            </a:r>
          </a:p>
          <a:p>
            <a:pPr lvl="2"/>
            <a:endParaRPr lang="en-CA" dirty="0"/>
          </a:p>
          <a:p>
            <a:pPr marL="457200" lvl="1" indent="0">
              <a:buNone/>
            </a:pPr>
            <a:endParaRPr lang="en-CA" dirty="0"/>
          </a:p>
          <a:p>
            <a:r>
              <a:rPr lang="en-CA" dirty="0"/>
              <a:t>Upcoming</a:t>
            </a:r>
          </a:p>
          <a:p>
            <a:pPr lvl="1"/>
            <a:r>
              <a:rPr lang="en-CA" dirty="0"/>
              <a:t>See Updated Schedule</a:t>
            </a:r>
          </a:p>
          <a:p>
            <a:pPr lvl="1"/>
            <a:r>
              <a:rPr lang="en-CA" dirty="0"/>
              <a:t>Next Wednesday: Kinematics Unit Test</a:t>
            </a:r>
          </a:p>
        </p:txBody>
      </p:sp>
    </p:spTree>
    <p:extLst>
      <p:ext uri="{BB962C8B-B14F-4D97-AF65-F5344CB8AC3E}">
        <p14:creationId xmlns:p14="http://schemas.microsoft.com/office/powerpoint/2010/main" val="12093460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0FD5A8-C89A-42E9-B6A5-D89D412CF6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Textbook Questions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5FD21D-1830-4EAE-A3C2-3EE564A6E1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04694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Updated Schedule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Tomorrow:		Circular Motion</a:t>
            </a:r>
          </a:p>
          <a:p>
            <a:r>
              <a:rPr lang="en-CA" dirty="0"/>
              <a:t>Thursday:		Relative Motion Part 1</a:t>
            </a:r>
          </a:p>
          <a:p>
            <a:r>
              <a:rPr lang="en-CA" dirty="0"/>
              <a:t>Friday:		Relative Motion Part 2</a:t>
            </a:r>
          </a:p>
          <a:p>
            <a:r>
              <a:rPr lang="en-CA" dirty="0"/>
              <a:t>Monday:		Centripetal Motion Investigation</a:t>
            </a:r>
          </a:p>
          <a:p>
            <a:r>
              <a:rPr lang="en-CA" dirty="0"/>
              <a:t>Tuesday:		Review for Test</a:t>
            </a:r>
          </a:p>
          <a:p>
            <a:r>
              <a:rPr lang="en-CA" dirty="0"/>
              <a:t>Wednesday:	Kinematics Test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2453281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403</TotalTime>
  <Words>157</Words>
  <Application>Microsoft Office PowerPoint</Application>
  <PresentationFormat>On-screen Show (4:3)</PresentationFormat>
  <Paragraphs>28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Office Theme</vt:lpstr>
      <vt:lpstr>Relative Motion Part 1 – Mar 05 (Unit 2: Kinematics – Day 16)</vt:lpstr>
      <vt:lpstr>Textbook Questions</vt:lpstr>
      <vt:lpstr>Updated Schedule</vt:lpstr>
    </vt:vector>
  </TitlesOfParts>
  <Company>Peel District School Board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Nestor, Gregory</dc:creator>
  <cp:lastModifiedBy>Greg Nestor</cp:lastModifiedBy>
  <cp:revision>68</cp:revision>
  <dcterms:created xsi:type="dcterms:W3CDTF">2020-01-30T20:52:43Z</dcterms:created>
  <dcterms:modified xsi:type="dcterms:W3CDTF">2020-03-05T00:27:43Z</dcterms:modified>
</cp:coreProperties>
</file>