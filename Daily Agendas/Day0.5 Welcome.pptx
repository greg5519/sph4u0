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Grade 12 Physics</a:t>
            </a:r>
            <a:br>
              <a:rPr lang="en-CA" dirty="0" smtClean="0"/>
            </a:br>
            <a:r>
              <a:rPr lang="en-CA" dirty="0" smtClean="0"/>
              <a:t>(SPH4U0_C)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Mr. Nestor</a:t>
            </a:r>
          </a:p>
          <a:p>
            <a:r>
              <a:rPr lang="en-CA" dirty="0" smtClean="0"/>
              <a:t>p0079141@pdsb.net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9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Welcome – Jan 31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Agenda</a:t>
            </a:r>
          </a:p>
          <a:p>
            <a:pPr lvl="1"/>
            <a:r>
              <a:rPr lang="en-CA" dirty="0" smtClean="0"/>
              <a:t>Introductions / Attendance</a:t>
            </a:r>
          </a:p>
          <a:p>
            <a:pPr lvl="1"/>
            <a:r>
              <a:rPr lang="en-CA" dirty="0" smtClean="0"/>
              <a:t>On-Line Resources</a:t>
            </a:r>
          </a:p>
          <a:p>
            <a:pPr lvl="1"/>
            <a:r>
              <a:rPr lang="en-CA" dirty="0" smtClean="0"/>
              <a:t>Great Physicists Blog Assignment</a:t>
            </a:r>
          </a:p>
          <a:p>
            <a:pPr lvl="1"/>
            <a:endParaRPr lang="en-CA" dirty="0" smtClean="0"/>
          </a:p>
          <a:p>
            <a:pPr lvl="1"/>
            <a:endParaRPr lang="en-CA"/>
          </a:p>
          <a:p>
            <a:pPr lvl="1"/>
            <a:endParaRPr lang="en-CA" dirty="0" smtClean="0"/>
          </a:p>
          <a:p>
            <a:r>
              <a:rPr lang="en-CA" dirty="0" smtClean="0"/>
              <a:t>Upcoming</a:t>
            </a:r>
          </a:p>
          <a:p>
            <a:pPr lvl="1"/>
            <a:r>
              <a:rPr lang="en-CA" dirty="0" smtClean="0"/>
              <a:t>Monday: More Welcome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26</Words>
  <Application>Microsoft Office PowerPoint</Application>
  <PresentationFormat>On-screen Show 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Grade 12 Physics (SPH4U0_C)</vt:lpstr>
      <vt:lpstr>Welcome – Jan 31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2</cp:revision>
  <dcterms:created xsi:type="dcterms:W3CDTF">2020-01-30T20:52:43Z</dcterms:created>
  <dcterms:modified xsi:type="dcterms:W3CDTF">2020-01-31T13:22:09Z</dcterms:modified>
</cp:coreProperties>
</file>