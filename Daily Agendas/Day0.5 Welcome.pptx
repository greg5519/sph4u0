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1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38178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63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954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78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4251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9096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59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137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09693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6959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FDDC6D-30E6-4591-A5D6-EBA4A0A375E4}" type="datetimeFigureOut">
              <a:rPr lang="en-US" smtClean="0"/>
              <a:t>1/30/2020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96C6B-EAAB-40A1-8391-D0AADCFBA1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198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1922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On-screen Show (4:3)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>Peel District School Board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Nestor, Gregory</dc:creator>
  <cp:lastModifiedBy>Nestor, Gregory</cp:lastModifiedBy>
  <cp:revision>1</cp:revision>
  <dcterms:created xsi:type="dcterms:W3CDTF">2020-01-30T20:52:43Z</dcterms:created>
  <dcterms:modified xsi:type="dcterms:W3CDTF">2020-01-30T20:52:55Z</dcterms:modified>
</cp:coreProperties>
</file>