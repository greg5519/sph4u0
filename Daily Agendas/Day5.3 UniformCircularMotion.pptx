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817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63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28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4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8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425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909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92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37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69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695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DDC6D-30E6-4591-A5D6-EBA4A0A375E4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19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CA" dirty="0" smtClean="0"/>
              <a:t>Uniform Circular Motion – </a:t>
            </a:r>
            <a:r>
              <a:rPr lang="en-CA" dirty="0"/>
              <a:t>Mar </a:t>
            </a:r>
            <a:r>
              <a:rPr lang="en-CA" dirty="0" smtClean="0"/>
              <a:t>04</a:t>
            </a:r>
            <a:r>
              <a:rPr lang="en-CA" dirty="0"/>
              <a:t/>
            </a:r>
            <a:br>
              <a:rPr lang="en-CA" dirty="0"/>
            </a:br>
            <a:r>
              <a:rPr lang="en-CA" sz="2800" dirty="0"/>
              <a:t>(Unit 2: Kinematics – Day </a:t>
            </a:r>
            <a:r>
              <a:rPr lang="en-CA" sz="2800" dirty="0" smtClean="0"/>
              <a:t>15)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Agenda</a:t>
            </a:r>
          </a:p>
          <a:p>
            <a:pPr lvl="1"/>
            <a:r>
              <a:rPr lang="en-CA" dirty="0" smtClean="0"/>
              <a:t>Minds-On</a:t>
            </a:r>
            <a:endParaRPr lang="en-CA" dirty="0" smtClean="0"/>
          </a:p>
          <a:p>
            <a:pPr lvl="2"/>
            <a:r>
              <a:rPr lang="en-CA" dirty="0" smtClean="0"/>
              <a:t>2D Vectors - Changing Velocity</a:t>
            </a:r>
            <a:endParaRPr lang="en-CA" dirty="0" smtClean="0"/>
          </a:p>
          <a:p>
            <a:pPr lvl="1"/>
            <a:r>
              <a:rPr lang="en-CA" dirty="0" smtClean="0"/>
              <a:t>Uniform Circular Motion</a:t>
            </a:r>
            <a:endParaRPr lang="en-CA" dirty="0"/>
          </a:p>
          <a:p>
            <a:pPr lvl="2"/>
            <a:r>
              <a:rPr lang="en-CA" dirty="0" smtClean="0"/>
              <a:t>Presentation / Note: Uniform Circular Motion</a:t>
            </a:r>
            <a:endParaRPr lang="en-CA" dirty="0"/>
          </a:p>
          <a:p>
            <a:pPr lvl="2"/>
            <a:r>
              <a:rPr lang="en-CA" dirty="0" smtClean="0"/>
              <a:t>Sample Questions</a:t>
            </a:r>
            <a:endParaRPr lang="en-CA" dirty="0"/>
          </a:p>
          <a:p>
            <a:pPr lvl="2"/>
            <a:r>
              <a:rPr lang="en-CA" dirty="0" smtClean="0"/>
              <a:t>Textbook Questions</a:t>
            </a:r>
            <a:endParaRPr lang="en-CA" dirty="0"/>
          </a:p>
          <a:p>
            <a:pPr lvl="2"/>
            <a:endParaRPr lang="en-CA" dirty="0"/>
          </a:p>
          <a:p>
            <a:pPr marL="457200" lvl="1" indent="0">
              <a:buNone/>
            </a:pPr>
            <a:endParaRPr lang="en-CA" dirty="0"/>
          </a:p>
          <a:p>
            <a:r>
              <a:rPr lang="en-CA" dirty="0"/>
              <a:t>Upcoming</a:t>
            </a:r>
          </a:p>
          <a:p>
            <a:pPr lvl="1"/>
            <a:r>
              <a:rPr lang="en-CA" dirty="0" smtClean="0"/>
              <a:t>See </a:t>
            </a:r>
            <a:r>
              <a:rPr lang="en-CA" dirty="0" smtClean="0"/>
              <a:t>Updated </a:t>
            </a:r>
            <a:r>
              <a:rPr lang="en-CA" dirty="0" smtClean="0"/>
              <a:t>Schedule</a:t>
            </a:r>
          </a:p>
          <a:p>
            <a:pPr lvl="1"/>
            <a:r>
              <a:rPr lang="en-CA" dirty="0" smtClean="0"/>
              <a:t>Next Wednesday: Kinematics </a:t>
            </a:r>
            <a:r>
              <a:rPr lang="en-CA" smtClean="0"/>
              <a:t>Unit Test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09346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Updated Schedule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smtClean="0"/>
              <a:t>Tomorrow:		Circular Motion</a:t>
            </a:r>
          </a:p>
          <a:p>
            <a:r>
              <a:rPr lang="en-CA" dirty="0" smtClean="0"/>
              <a:t>Thursday:		Relative Motion Part 1</a:t>
            </a:r>
          </a:p>
          <a:p>
            <a:r>
              <a:rPr lang="en-CA" dirty="0" smtClean="0"/>
              <a:t>Friday:		Relative Motion Part 2</a:t>
            </a:r>
          </a:p>
          <a:p>
            <a:r>
              <a:rPr lang="en-CA" dirty="0" smtClean="0"/>
              <a:t>Monday:		Centripetal Motion Investigation</a:t>
            </a:r>
          </a:p>
          <a:p>
            <a:r>
              <a:rPr lang="en-CA" dirty="0" smtClean="0"/>
              <a:t>Tuesday:		Review for Test</a:t>
            </a:r>
          </a:p>
          <a:p>
            <a:r>
              <a:rPr lang="en-CA" dirty="0" smtClean="0"/>
              <a:t>Wednesday:	Kinematics 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532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394</TotalTime>
  <Words>41</Words>
  <Application>Microsoft Office PowerPoint</Application>
  <PresentationFormat>On-screen Show (4:3)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Uniform Circular Motion – Mar 04 (Unit 2: Kinematics – Day 15)</vt:lpstr>
      <vt:lpstr>Updated Schedule</vt:lpstr>
    </vt:vector>
  </TitlesOfParts>
  <Company>Peel District School Board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Nestor, Gregory</dc:creator>
  <cp:lastModifiedBy>Nestor, Gregory</cp:lastModifiedBy>
  <cp:revision>66</cp:revision>
  <dcterms:created xsi:type="dcterms:W3CDTF">2020-01-30T20:52:43Z</dcterms:created>
  <dcterms:modified xsi:type="dcterms:W3CDTF">2020-03-04T13:25:23Z</dcterms:modified>
</cp:coreProperties>
</file>