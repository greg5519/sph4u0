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dirty="0"/>
              <a:t>Kinematics Test Review – Mar 09</a:t>
            </a:r>
            <a:br>
              <a:rPr lang="en-CA" dirty="0"/>
            </a:br>
            <a:r>
              <a:rPr lang="en-CA" sz="2800" dirty="0"/>
              <a:t>(Unit 2: Kinematics – Day 17)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Kinematics Test Review – 2D Motion</a:t>
            </a:r>
          </a:p>
          <a:p>
            <a:pPr lvl="2"/>
            <a:r>
              <a:rPr lang="en-CA" dirty="0"/>
              <a:t>Sample Kinematics Test Review</a:t>
            </a:r>
          </a:p>
          <a:p>
            <a:pPr lvl="2"/>
            <a:r>
              <a:rPr lang="en-CA" dirty="0"/>
              <a:t>Kinematics Practice Test</a:t>
            </a:r>
          </a:p>
          <a:p>
            <a:pPr lvl="1"/>
            <a:r>
              <a:rPr lang="en-CA" dirty="0"/>
              <a:t>Check Class Website</a:t>
            </a:r>
          </a:p>
          <a:p>
            <a:pPr lvl="2"/>
            <a:r>
              <a:rPr lang="en-CA" dirty="0"/>
              <a:t>For Review Test Solutions</a:t>
            </a:r>
          </a:p>
          <a:p>
            <a:pPr lvl="2"/>
            <a:r>
              <a:rPr lang="en-CA" dirty="0"/>
              <a:t>For Extra </a:t>
            </a:r>
            <a:r>
              <a:rPr lang="en-CA"/>
              <a:t>Review Questions</a:t>
            </a:r>
            <a:endParaRPr lang="en-CA" dirty="0"/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Tomorrow: Centripetal Motion Investigation</a:t>
            </a:r>
          </a:p>
          <a:p>
            <a:pPr lvl="1"/>
            <a:r>
              <a:rPr lang="en-CA" dirty="0"/>
              <a:t>Wednesday: Kinematics Unit Test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407</TotalTime>
  <Words>52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Kinematics Test Review – Mar 09 (Unit 2: Kinematics – Day 17)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Greg Nestor</cp:lastModifiedBy>
  <cp:revision>69</cp:revision>
  <dcterms:created xsi:type="dcterms:W3CDTF">2020-01-30T20:52:43Z</dcterms:created>
  <dcterms:modified xsi:type="dcterms:W3CDTF">2020-03-08T17:56:07Z</dcterms:modified>
</cp:coreProperties>
</file>