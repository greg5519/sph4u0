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5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3/9/2020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3/9/2020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3/9/2020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3/9/2020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3/9/2020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3/9/2020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CA" dirty="0"/>
              <a:t>Kinematics Test Review – Mar 09</a:t>
            </a:r>
            <a:br>
              <a:rPr lang="en-CA" dirty="0"/>
            </a:br>
            <a:r>
              <a:rPr lang="en-CA" sz="2800" dirty="0"/>
              <a:t>(Unit 2: Kinematics – Day 17)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/>
              <a:t>Kinematics Test Review – 2D Motion</a:t>
            </a:r>
          </a:p>
          <a:p>
            <a:pPr lvl="2"/>
            <a:r>
              <a:rPr lang="en-CA" dirty="0"/>
              <a:t>Sample Kinematics Test Review</a:t>
            </a:r>
          </a:p>
          <a:p>
            <a:pPr lvl="2"/>
            <a:r>
              <a:rPr lang="en-CA" dirty="0"/>
              <a:t>Kinematics Practice Test</a:t>
            </a:r>
          </a:p>
          <a:p>
            <a:pPr lvl="1"/>
            <a:r>
              <a:rPr lang="en-CA" dirty="0"/>
              <a:t>Check Class Website</a:t>
            </a:r>
          </a:p>
          <a:p>
            <a:pPr lvl="2"/>
            <a:r>
              <a:rPr lang="en-CA" dirty="0"/>
              <a:t>For Review Test Solutions</a:t>
            </a:r>
          </a:p>
          <a:p>
            <a:pPr lvl="2"/>
            <a:r>
              <a:rPr lang="en-CA" dirty="0"/>
              <a:t>For Extra Review Questions</a:t>
            </a:r>
          </a:p>
          <a:p>
            <a:pPr lvl="2"/>
            <a:endParaRPr lang="en-CA" dirty="0"/>
          </a:p>
          <a:p>
            <a:pPr marL="457200" lvl="1" indent="0">
              <a:buNone/>
            </a:pPr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/>
              <a:t>Tomorrow: Centripetal Motion Investigation</a:t>
            </a:r>
          </a:p>
          <a:p>
            <a:pPr lvl="1"/>
            <a:r>
              <a:rPr lang="en-CA" dirty="0" smtClean="0">
                <a:solidFill>
                  <a:srgbClr val="FF0000"/>
                </a:solidFill>
              </a:rPr>
              <a:t>Thursday: </a:t>
            </a:r>
            <a:r>
              <a:rPr lang="en-CA" dirty="0">
                <a:solidFill>
                  <a:srgbClr val="FF0000"/>
                </a:solidFill>
              </a:rPr>
              <a:t>Kinematics Unit Test</a:t>
            </a:r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407</TotalTime>
  <Words>42</Words>
  <Application>Microsoft Office PowerPoint</Application>
  <PresentationFormat>On-screen Show (4:3)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Kinematics Test Review – Mar 09 (Unit 2: Kinematics – Day 17)</vt:lpstr>
    </vt:vector>
  </TitlesOfParts>
  <Company>Peel District School 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70</cp:revision>
  <dcterms:created xsi:type="dcterms:W3CDTF">2020-01-30T20:52:43Z</dcterms:created>
  <dcterms:modified xsi:type="dcterms:W3CDTF">2020-03-09T12:33:24Z</dcterms:modified>
</cp:coreProperties>
</file>