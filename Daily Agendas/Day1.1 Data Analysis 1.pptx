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1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Grade 12 Physics</a:t>
            </a:r>
            <a:br>
              <a:rPr lang="en-CA" dirty="0"/>
            </a:br>
            <a:r>
              <a:rPr lang="en-CA" dirty="0"/>
              <a:t>(SPH4U0_C)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Mr. Nestor</a:t>
            </a:r>
          </a:p>
          <a:p>
            <a:r>
              <a:rPr lang="en-CA" dirty="0"/>
              <a:t>p0079141@pdsb.net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5192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CA" dirty="0"/>
              <a:t>Data Analysis 1 – Feb 03</a:t>
            </a:r>
            <a:br>
              <a:rPr lang="en-CA" dirty="0"/>
            </a:br>
            <a:r>
              <a:rPr lang="en-CA" sz="2800" dirty="0"/>
              <a:t>(Unit 1: Data Analysis – Day 01)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CA" dirty="0"/>
              <a:t>Agenda</a:t>
            </a:r>
          </a:p>
          <a:p>
            <a:pPr lvl="1"/>
            <a:r>
              <a:rPr lang="en-CA" dirty="0"/>
              <a:t>Friday Recap</a:t>
            </a:r>
          </a:p>
          <a:p>
            <a:pPr lvl="2"/>
            <a:r>
              <a:rPr lang="en-CA" dirty="0"/>
              <a:t>Introductions / Attendance</a:t>
            </a:r>
          </a:p>
          <a:p>
            <a:pPr lvl="2"/>
            <a:r>
              <a:rPr lang="en-CA" dirty="0"/>
              <a:t>Great Physicists Blog Assignment</a:t>
            </a:r>
          </a:p>
          <a:p>
            <a:pPr lvl="2"/>
            <a:r>
              <a:rPr lang="en-CA" dirty="0"/>
              <a:t>On-Line Resources</a:t>
            </a:r>
          </a:p>
          <a:p>
            <a:pPr lvl="1"/>
            <a:r>
              <a:rPr lang="en-CA" dirty="0"/>
              <a:t>Fermi Questions</a:t>
            </a:r>
          </a:p>
          <a:p>
            <a:pPr lvl="1"/>
            <a:r>
              <a:rPr lang="en-CA" dirty="0"/>
              <a:t>Data Analysis </a:t>
            </a:r>
          </a:p>
          <a:p>
            <a:pPr lvl="2"/>
            <a:r>
              <a:rPr lang="en-CA" dirty="0"/>
              <a:t>Presentation: Unit Conversions, Sig-Digs, Propagation of Sig-Digs</a:t>
            </a:r>
          </a:p>
          <a:p>
            <a:pPr lvl="2"/>
            <a:r>
              <a:rPr lang="en-CA" dirty="0"/>
              <a:t>Reference: Data Analysis Package (Topics 1-3)</a:t>
            </a:r>
          </a:p>
          <a:p>
            <a:pPr lvl="2"/>
            <a:r>
              <a:rPr lang="en-CA" dirty="0"/>
              <a:t>Homework: Data Analysis Booklet (Questions 1-4)</a:t>
            </a:r>
          </a:p>
          <a:p>
            <a:pPr lvl="1"/>
            <a:endParaRPr lang="en-CA" dirty="0"/>
          </a:p>
          <a:p>
            <a:pPr lvl="1"/>
            <a:endParaRPr lang="en-CA" dirty="0"/>
          </a:p>
          <a:p>
            <a:r>
              <a:rPr lang="en-CA" dirty="0"/>
              <a:t>Upcoming</a:t>
            </a:r>
          </a:p>
          <a:p>
            <a:pPr lvl="1"/>
            <a:r>
              <a:rPr lang="en-CA" dirty="0"/>
              <a:t>Great Physicist Blog – DUE: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346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82</TotalTime>
  <Words>64</Words>
  <Application>Microsoft Office PowerPoint</Application>
  <PresentationFormat>On-screen Show (4:3)</PresentationFormat>
  <Paragraphs>18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Grade 12 Physics (SPH4U0_C)</vt:lpstr>
      <vt:lpstr>Data Analysis 1 – Feb 03 (Unit 1: Data Analysis – Day 01)</vt:lpstr>
    </vt:vector>
  </TitlesOfParts>
  <Company>Peel District School Board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Nestor, Gregory</cp:lastModifiedBy>
  <cp:revision>5</cp:revision>
  <dcterms:created xsi:type="dcterms:W3CDTF">2020-01-30T20:52:43Z</dcterms:created>
  <dcterms:modified xsi:type="dcterms:W3CDTF">2020-02-03T19:45:13Z</dcterms:modified>
</cp:coreProperties>
</file>