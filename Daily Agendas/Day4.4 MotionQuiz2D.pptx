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2D Motion Quiz – Feb 27</a:t>
            </a:r>
            <a:br>
              <a:rPr lang="en-CA" dirty="0"/>
            </a:br>
            <a:r>
              <a:rPr lang="en-CA" sz="2800" dirty="0"/>
              <a:t>(Unit 2: Kinematics – Day 11)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2D Motion Quiz</a:t>
            </a:r>
          </a:p>
          <a:p>
            <a:pPr lvl="2"/>
            <a:r>
              <a:rPr lang="en-CA" dirty="0"/>
              <a:t>45 min </a:t>
            </a:r>
            <a:r>
              <a:rPr lang="en-CA" dirty="0" err="1"/>
              <a:t>Approx</a:t>
            </a:r>
            <a:endParaRPr lang="en-CA" dirty="0"/>
          </a:p>
          <a:p>
            <a:pPr lvl="1"/>
            <a:r>
              <a:rPr lang="en-CA" dirty="0"/>
              <a:t>Projectile Motion Investigation</a:t>
            </a:r>
          </a:p>
          <a:p>
            <a:pPr lvl="2"/>
            <a:r>
              <a:rPr lang="en-CA" dirty="0"/>
              <a:t>Activity: On-Line Application</a:t>
            </a:r>
          </a:p>
          <a:p>
            <a:pPr lvl="2"/>
            <a:r>
              <a:rPr lang="en-CA" dirty="0"/>
              <a:t>Complete For Homework (Due ASAP)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Due ASAP: Three Method 2D Analysis Comparison</a:t>
            </a:r>
          </a:p>
          <a:p>
            <a:pPr lvl="1"/>
            <a:r>
              <a:rPr lang="en-CA" dirty="0"/>
              <a:t>Due ASAP: Projectile Motion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</TotalTime>
  <Words>52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2D Motion Quiz – Feb 27 (Unit 2: Kinematics – Day 11)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52</cp:revision>
  <dcterms:created xsi:type="dcterms:W3CDTF">2020-01-30T20:52:43Z</dcterms:created>
  <dcterms:modified xsi:type="dcterms:W3CDTF">2020-02-26T22:52:09Z</dcterms:modified>
</cp:coreProperties>
</file>