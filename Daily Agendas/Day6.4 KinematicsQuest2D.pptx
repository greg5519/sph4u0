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sz="4000" dirty="0" smtClean="0"/>
              <a:t>2D Kinematics Quest – </a:t>
            </a:r>
            <a:r>
              <a:rPr lang="en-CA" sz="4000" dirty="0"/>
              <a:t>Mar </a:t>
            </a:r>
            <a:r>
              <a:rPr lang="en-CA" sz="4000" dirty="0" smtClean="0"/>
              <a:t>12</a:t>
            </a:r>
            <a:r>
              <a:rPr lang="en-CA" sz="4000" dirty="0"/>
              <a:t/>
            </a:r>
            <a:br>
              <a:rPr lang="en-CA" sz="4000" dirty="0"/>
            </a:br>
            <a:r>
              <a:rPr lang="en-CA" sz="2800" dirty="0"/>
              <a:t>(Unit 2: Kinematics – Day </a:t>
            </a:r>
            <a:r>
              <a:rPr lang="en-CA" sz="2800" dirty="0" smtClean="0"/>
              <a:t>19)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 smtClean="0"/>
              <a:t>2D Kinematics Quest</a:t>
            </a:r>
            <a:endParaRPr lang="en-CA" dirty="0" smtClean="0"/>
          </a:p>
          <a:p>
            <a:pPr lvl="2"/>
            <a:r>
              <a:rPr lang="en-CA" dirty="0" smtClean="0"/>
              <a:t>Do </a:t>
            </a:r>
            <a:r>
              <a:rPr lang="en-CA" b="1" dirty="0" smtClean="0"/>
              <a:t>All</a:t>
            </a:r>
            <a:r>
              <a:rPr lang="en-CA" dirty="0" smtClean="0"/>
              <a:t> Multiple Choice [8 Marks]</a:t>
            </a:r>
            <a:endParaRPr lang="en-CA" dirty="0"/>
          </a:p>
          <a:p>
            <a:pPr lvl="2"/>
            <a:r>
              <a:rPr lang="en-CA" dirty="0" smtClean="0"/>
              <a:t>Do </a:t>
            </a:r>
            <a:r>
              <a:rPr lang="en-CA" b="1" dirty="0" smtClean="0"/>
              <a:t>All</a:t>
            </a:r>
            <a:r>
              <a:rPr lang="en-CA" dirty="0" smtClean="0"/>
              <a:t> Application Questions [9 Marks]</a:t>
            </a:r>
            <a:endParaRPr lang="en-CA" dirty="0" smtClean="0"/>
          </a:p>
          <a:p>
            <a:pPr lvl="2"/>
            <a:r>
              <a:rPr lang="en-CA" dirty="0" smtClean="0"/>
              <a:t>Do Problem Solving </a:t>
            </a:r>
            <a:r>
              <a:rPr lang="en-CA" b="1" dirty="0" smtClean="0"/>
              <a:t>You Know First </a:t>
            </a:r>
            <a:r>
              <a:rPr lang="en-CA" dirty="0" smtClean="0"/>
              <a:t>[39 Marks]</a:t>
            </a:r>
            <a:endParaRPr lang="en-CA" dirty="0"/>
          </a:p>
          <a:p>
            <a:pPr lvl="2"/>
            <a:endParaRPr lang="en-CA" dirty="0"/>
          </a:p>
          <a:p>
            <a:pPr marL="457200" lvl="1" indent="0">
              <a:buNone/>
            </a:pPr>
            <a:endParaRPr lang="en-CA" dirty="0" smtClean="0"/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Tomorrow: </a:t>
            </a:r>
            <a:r>
              <a:rPr lang="en-CA" dirty="0" smtClean="0"/>
              <a:t>Begin Unit </a:t>
            </a:r>
            <a:r>
              <a:rPr lang="en-CA" dirty="0" smtClean="0"/>
              <a:t>3 - Dynamics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480</TotalTime>
  <Words>44</Words>
  <Application>Microsoft Office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2D Kinematics Quest – Mar 12 (Unit 2: Kinematics – Day 19)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74</cp:revision>
  <dcterms:created xsi:type="dcterms:W3CDTF">2020-01-30T20:52:43Z</dcterms:created>
  <dcterms:modified xsi:type="dcterms:W3CDTF">2020-03-12T12:46:19Z</dcterms:modified>
</cp:coreProperties>
</file>