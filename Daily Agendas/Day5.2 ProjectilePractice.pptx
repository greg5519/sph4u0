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CA" dirty="0"/>
              <a:t>Projectile Motion </a:t>
            </a:r>
            <a:r>
              <a:rPr lang="en-CA" dirty="0" smtClean="0"/>
              <a:t>Practice </a:t>
            </a:r>
            <a:r>
              <a:rPr lang="en-CA" dirty="0"/>
              <a:t>– Mar </a:t>
            </a:r>
            <a:r>
              <a:rPr lang="en-CA" dirty="0" smtClean="0"/>
              <a:t>03</a:t>
            </a:r>
            <a:r>
              <a:rPr lang="en-CA" dirty="0"/>
              <a:t/>
            </a:r>
            <a:br>
              <a:rPr lang="en-CA" dirty="0"/>
            </a:br>
            <a:r>
              <a:rPr lang="en-CA" sz="2800" dirty="0"/>
              <a:t>(Unit 2: Kinematics – Day </a:t>
            </a:r>
            <a:r>
              <a:rPr lang="en-CA" sz="2800" dirty="0" smtClean="0"/>
              <a:t>14)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 smtClean="0"/>
              <a:t>Updated Schedule</a:t>
            </a:r>
          </a:p>
          <a:p>
            <a:pPr lvl="2"/>
            <a:r>
              <a:rPr lang="en-CA" dirty="0" smtClean="0"/>
              <a:t>See next slide</a:t>
            </a:r>
            <a:endParaRPr lang="en-CA" dirty="0" smtClean="0"/>
          </a:p>
          <a:p>
            <a:pPr lvl="1"/>
            <a:r>
              <a:rPr lang="en-CA" dirty="0" smtClean="0"/>
              <a:t>Projectile </a:t>
            </a:r>
            <a:r>
              <a:rPr lang="en-CA" dirty="0"/>
              <a:t>Motion </a:t>
            </a:r>
            <a:r>
              <a:rPr lang="en-CA" dirty="0" smtClean="0"/>
              <a:t>Practice</a:t>
            </a:r>
            <a:endParaRPr lang="en-CA" dirty="0"/>
          </a:p>
          <a:p>
            <a:pPr lvl="2"/>
            <a:r>
              <a:rPr lang="en-CA" dirty="0" smtClean="0"/>
              <a:t>HW</a:t>
            </a:r>
            <a:r>
              <a:rPr lang="en-CA" dirty="0"/>
              <a:t>: Projectile Motion Sample Part II (from Friday)</a:t>
            </a:r>
          </a:p>
          <a:p>
            <a:pPr lvl="2"/>
            <a:r>
              <a:rPr lang="en-CA" dirty="0"/>
              <a:t>HW: Projectile Motion Practice II (New Today)</a:t>
            </a:r>
          </a:p>
          <a:p>
            <a:pPr lvl="2"/>
            <a:r>
              <a:rPr lang="en-CA" dirty="0"/>
              <a:t>HW: Projectile Motion Review </a:t>
            </a:r>
            <a:r>
              <a:rPr lang="en-CA" dirty="0" smtClean="0"/>
              <a:t>(</a:t>
            </a:r>
            <a:r>
              <a:rPr lang="en-CA" b="1" i="1" dirty="0" smtClean="0"/>
              <a:t>Harder today</a:t>
            </a:r>
            <a:r>
              <a:rPr lang="en-CA" dirty="0" smtClean="0"/>
              <a:t>)</a:t>
            </a:r>
            <a:endParaRPr lang="en-CA" dirty="0"/>
          </a:p>
          <a:p>
            <a:pPr lvl="2"/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/>
              <a:t>Due ASAP: Three Method 2D Analysis Comparison</a:t>
            </a:r>
          </a:p>
          <a:p>
            <a:pPr lvl="1"/>
            <a:r>
              <a:rPr lang="en-CA" dirty="0"/>
              <a:t>Due ASAP: Projectile Motion </a:t>
            </a:r>
            <a:r>
              <a:rPr lang="en-CA" dirty="0" smtClean="0"/>
              <a:t>Investigation</a:t>
            </a:r>
          </a:p>
          <a:p>
            <a:pPr lvl="1"/>
            <a:r>
              <a:rPr lang="en-CA" dirty="0" smtClean="0"/>
              <a:t>See Updated Schedule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Updated Schedule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Tomorrow:		Circular Motion</a:t>
            </a:r>
          </a:p>
          <a:p>
            <a:r>
              <a:rPr lang="en-CA" dirty="0" smtClean="0"/>
              <a:t>Thursday:		Relative Motion Part 1</a:t>
            </a:r>
          </a:p>
          <a:p>
            <a:r>
              <a:rPr lang="en-CA" dirty="0" smtClean="0"/>
              <a:t>Friday:		Relative Motion Part 2</a:t>
            </a:r>
          </a:p>
          <a:p>
            <a:r>
              <a:rPr lang="en-CA" dirty="0" smtClean="0"/>
              <a:t>Monday:		Centripetal Motion Investigation</a:t>
            </a:r>
          </a:p>
          <a:p>
            <a:r>
              <a:rPr lang="en-CA" dirty="0" smtClean="0"/>
              <a:t>Tuesday:		Review for Test</a:t>
            </a:r>
          </a:p>
          <a:p>
            <a:r>
              <a:rPr lang="en-CA" dirty="0" smtClean="0"/>
              <a:t>Wednesday:	Kinematics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532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391</TotalTime>
  <Words>67</Words>
  <Application>Microsoft Office PowerPoint</Application>
  <PresentationFormat>On-screen Show (4:3)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Projectile Motion Practice – Mar 03 (Unit 2: Kinematics – Day 14)</vt:lpstr>
      <vt:lpstr>Updated Schedule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Nestor, Gregory</cp:lastModifiedBy>
  <cp:revision>65</cp:revision>
  <dcterms:created xsi:type="dcterms:W3CDTF">2020-01-30T20:52:43Z</dcterms:created>
  <dcterms:modified xsi:type="dcterms:W3CDTF">2020-03-02T19:51:21Z</dcterms:modified>
</cp:coreProperties>
</file>