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60" r:id="rId5"/>
    <p:sldId id="261" r:id="rId6"/>
    <p:sldId id="258" r:id="rId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118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8178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63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28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54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78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425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9096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592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1372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969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695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FDDC6D-30E6-4591-A5D6-EBA4A0A375E4}" type="datetimeFigureOut">
              <a:rPr lang="en-US" smtClean="0"/>
              <a:t>2/5/2020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198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Grade 12 Physics</a:t>
            </a:r>
            <a:br>
              <a:rPr lang="en-CA" dirty="0"/>
            </a:br>
            <a:r>
              <a:rPr lang="en-CA" dirty="0"/>
              <a:t>(SPH4U0_C)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A" dirty="0"/>
              <a:t>Mr. Nestor</a:t>
            </a:r>
          </a:p>
          <a:p>
            <a:r>
              <a:rPr lang="en-CA" dirty="0"/>
              <a:t>p0079141@pdsb.net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51922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CA" dirty="0" smtClean="0"/>
              <a:t>Measurement Practice – </a:t>
            </a:r>
            <a:r>
              <a:rPr lang="en-CA" dirty="0"/>
              <a:t>Feb </a:t>
            </a:r>
            <a:r>
              <a:rPr lang="en-CA" dirty="0" smtClean="0"/>
              <a:t>05</a:t>
            </a:r>
            <a:r>
              <a:rPr lang="en-CA" dirty="0"/>
              <a:t/>
            </a:r>
            <a:br>
              <a:rPr lang="en-CA" dirty="0"/>
            </a:br>
            <a:r>
              <a:rPr lang="en-CA" sz="2800" dirty="0"/>
              <a:t>(Unit 1: Data Analysis – Day </a:t>
            </a:r>
            <a:r>
              <a:rPr lang="en-CA" sz="2800" dirty="0" smtClean="0"/>
              <a:t>03)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A" dirty="0"/>
              <a:t>Agenda</a:t>
            </a:r>
          </a:p>
          <a:p>
            <a:pPr lvl="1"/>
            <a:r>
              <a:rPr lang="en-CA" dirty="0" smtClean="0"/>
              <a:t>Exam Review Day</a:t>
            </a:r>
          </a:p>
          <a:p>
            <a:pPr lvl="1"/>
            <a:r>
              <a:rPr lang="en-CA" dirty="0" smtClean="0"/>
              <a:t>Unit Outline</a:t>
            </a:r>
          </a:p>
          <a:p>
            <a:pPr lvl="2"/>
            <a:r>
              <a:rPr lang="en-CA" dirty="0" smtClean="0"/>
              <a:t>Will Be Provided on Thursday, Feb 6</a:t>
            </a:r>
            <a:r>
              <a:rPr lang="en-CA" baseline="30000" dirty="0" smtClean="0"/>
              <a:t>th</a:t>
            </a:r>
            <a:r>
              <a:rPr lang="en-CA" dirty="0" smtClean="0"/>
              <a:t> </a:t>
            </a:r>
          </a:p>
          <a:p>
            <a:pPr lvl="1"/>
            <a:r>
              <a:rPr lang="en-CA" dirty="0" smtClean="0"/>
              <a:t>Measurement Practice:</a:t>
            </a:r>
          </a:p>
          <a:p>
            <a:pPr lvl="2"/>
            <a:r>
              <a:rPr lang="en-CA" dirty="0" smtClean="0"/>
              <a:t>Unit </a:t>
            </a:r>
            <a:r>
              <a:rPr lang="en-CA" dirty="0"/>
              <a:t>Conversions, Sig-Digs, Propagation of Sig-Digs</a:t>
            </a:r>
            <a:r>
              <a:rPr lang="en-CA" dirty="0" smtClean="0"/>
              <a:t> </a:t>
            </a:r>
          </a:p>
          <a:p>
            <a:pPr lvl="2"/>
            <a:r>
              <a:rPr lang="en-CA" dirty="0"/>
              <a:t>Absolute &amp; Relative Uncertainty</a:t>
            </a:r>
          </a:p>
          <a:p>
            <a:pPr lvl="2"/>
            <a:r>
              <a:rPr lang="en-CA" dirty="0" smtClean="0"/>
              <a:t>Reference</a:t>
            </a:r>
            <a:r>
              <a:rPr lang="en-CA" dirty="0"/>
              <a:t>: Data Analysis Package </a:t>
            </a:r>
            <a:r>
              <a:rPr lang="en-CA" dirty="0" smtClean="0"/>
              <a:t>(All Topics)</a:t>
            </a:r>
            <a:endParaRPr lang="en-CA" dirty="0"/>
          </a:p>
          <a:p>
            <a:pPr lvl="2"/>
            <a:r>
              <a:rPr lang="en-CA" dirty="0"/>
              <a:t>Homework: Data Analysis Booklet </a:t>
            </a:r>
            <a:r>
              <a:rPr lang="en-CA" dirty="0" smtClean="0"/>
              <a:t>(All Questions)</a:t>
            </a:r>
            <a:endParaRPr lang="en-CA" dirty="0"/>
          </a:p>
          <a:p>
            <a:pPr lvl="1"/>
            <a:endParaRPr lang="en-CA" dirty="0"/>
          </a:p>
          <a:p>
            <a:pPr lvl="1"/>
            <a:endParaRPr lang="en-CA" dirty="0"/>
          </a:p>
          <a:p>
            <a:r>
              <a:rPr lang="en-CA" dirty="0"/>
              <a:t>Upcoming</a:t>
            </a:r>
          </a:p>
          <a:p>
            <a:pPr lvl="1"/>
            <a:r>
              <a:rPr lang="en-CA" dirty="0" smtClean="0"/>
              <a:t>Great </a:t>
            </a:r>
            <a:r>
              <a:rPr lang="en-CA" dirty="0"/>
              <a:t>Physicist Blog – DUE: </a:t>
            </a:r>
            <a:r>
              <a:rPr lang="en-CA" dirty="0" smtClean="0"/>
              <a:t>Thursday, Feb 6</a:t>
            </a:r>
            <a:r>
              <a:rPr lang="en-CA" baseline="30000" dirty="0" smtClean="0"/>
              <a:t>th</a:t>
            </a:r>
            <a:r>
              <a:rPr lang="en-CA" dirty="0" smtClean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9346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Propagation Practice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smtClean="0"/>
              <a:t>Adding &amp; Subtracting</a:t>
            </a:r>
          </a:p>
          <a:p>
            <a:pPr marL="0" indent="0">
              <a:buNone/>
            </a:pPr>
            <a:r>
              <a:rPr lang="en-CA" dirty="0" smtClean="0"/>
              <a:t>	</a:t>
            </a:r>
            <a:r>
              <a:rPr lang="en-CA" sz="3600" dirty="0" smtClean="0"/>
              <a:t>3.7±5%  +  1.22±5</a:t>
            </a:r>
            <a:r>
              <a:rPr lang="en-CA" sz="3600" dirty="0"/>
              <a:t>% </a:t>
            </a:r>
            <a:r>
              <a:rPr lang="en-CA" sz="3600" dirty="0" smtClean="0"/>
              <a:t> +  9.5</a:t>
            </a:r>
            <a:r>
              <a:rPr lang="en-CA" sz="3600" dirty="0"/>
              <a:t>±5% </a:t>
            </a:r>
            <a:r>
              <a:rPr lang="en-CA" sz="3600" dirty="0" smtClean="0"/>
              <a:t> =  ?</a:t>
            </a:r>
          </a:p>
          <a:p>
            <a:endParaRPr lang="en-CA" dirty="0"/>
          </a:p>
          <a:p>
            <a:r>
              <a:rPr lang="en-CA" dirty="0" smtClean="0"/>
              <a:t>Multiplying &amp; Dividing</a:t>
            </a:r>
          </a:p>
          <a:p>
            <a:pPr marL="0" indent="0">
              <a:buNone/>
            </a:pPr>
            <a:r>
              <a:rPr lang="en-CA" dirty="0" smtClean="0"/>
              <a:t>	</a:t>
            </a:r>
            <a:r>
              <a:rPr lang="en-CA" sz="3600" dirty="0" smtClean="0"/>
              <a:t>4.2±0.1  ×  0.25±0.01  </a:t>
            </a:r>
            <a:r>
              <a:rPr lang="en-CA" sz="3600" dirty="0"/>
              <a:t>×  </a:t>
            </a:r>
            <a:r>
              <a:rPr lang="en-CA" sz="3600" dirty="0" smtClean="0"/>
              <a:t>125±2  =  ?</a:t>
            </a:r>
            <a:endParaRPr lang="en-US" sz="36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61488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Propagation Practice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smtClean="0"/>
              <a:t>Adding &amp; Subtracting</a:t>
            </a:r>
          </a:p>
          <a:p>
            <a:pPr marL="0" indent="0">
              <a:buNone/>
            </a:pPr>
            <a:r>
              <a:rPr lang="en-CA" dirty="0" smtClean="0"/>
              <a:t>	</a:t>
            </a:r>
            <a:r>
              <a:rPr lang="en-CA" sz="3600" dirty="0" smtClean="0"/>
              <a:t>3.7±5%  +  1.22±5</a:t>
            </a:r>
            <a:r>
              <a:rPr lang="en-CA" sz="3600" dirty="0"/>
              <a:t>% </a:t>
            </a:r>
            <a:r>
              <a:rPr lang="en-CA" sz="3600" dirty="0" smtClean="0"/>
              <a:t> +  9.5</a:t>
            </a:r>
            <a:r>
              <a:rPr lang="en-CA" sz="3600" dirty="0"/>
              <a:t>±5% </a:t>
            </a:r>
            <a:r>
              <a:rPr lang="en-CA" sz="3600" dirty="0" smtClean="0"/>
              <a:t> =  </a:t>
            </a:r>
            <a:r>
              <a:rPr lang="en-CA" sz="3600" dirty="0" smtClean="0"/>
              <a:t>?</a:t>
            </a:r>
          </a:p>
          <a:p>
            <a:pPr marL="0" indent="0">
              <a:buNone/>
            </a:pPr>
            <a:r>
              <a:rPr lang="en-CA" dirty="0"/>
              <a:t>	</a:t>
            </a:r>
            <a:endParaRPr lang="en-CA" dirty="0" smtClean="0"/>
          </a:p>
          <a:p>
            <a:pPr marL="0" indent="0">
              <a:buNone/>
            </a:pPr>
            <a:r>
              <a:rPr lang="en-CA" dirty="0"/>
              <a:t>	</a:t>
            </a:r>
            <a:r>
              <a:rPr lang="en-CA" dirty="0" smtClean="0">
                <a:solidFill>
                  <a:srgbClr val="FF0000"/>
                </a:solidFill>
              </a:rPr>
              <a:t>3.7 ± 0.185  + 1.22 ± 0.061  +  9.5 ± 0.475</a:t>
            </a:r>
          </a:p>
          <a:p>
            <a:pPr marL="0" indent="0">
              <a:buNone/>
            </a:pPr>
            <a:r>
              <a:rPr lang="en-CA" dirty="0">
                <a:solidFill>
                  <a:srgbClr val="FF0000"/>
                </a:solidFill>
              </a:rPr>
              <a:t>	</a:t>
            </a:r>
            <a:r>
              <a:rPr lang="en-CA" dirty="0" smtClean="0">
                <a:solidFill>
                  <a:srgbClr val="FF0000"/>
                </a:solidFill>
              </a:rPr>
              <a:t>14.42 </a:t>
            </a:r>
            <a:r>
              <a:rPr lang="en-CA" dirty="0" smtClean="0">
                <a:solidFill>
                  <a:srgbClr val="FF0000"/>
                </a:solidFill>
              </a:rPr>
              <a:t>± 0.721</a:t>
            </a:r>
          </a:p>
          <a:p>
            <a:pPr marL="0" indent="0">
              <a:buNone/>
            </a:pPr>
            <a:endParaRPr lang="en-CA" sz="8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CA" sz="3600" dirty="0" smtClean="0">
                <a:solidFill>
                  <a:srgbClr val="FF0000"/>
                </a:solidFill>
              </a:rPr>
              <a:t>	14.4 ± 0.7   or   </a:t>
            </a:r>
            <a:r>
              <a:rPr lang="en-CA" sz="3600" b="1" dirty="0" smtClean="0">
                <a:solidFill>
                  <a:srgbClr val="FF0000"/>
                </a:solidFill>
              </a:rPr>
              <a:t>14.4 ± 5%</a:t>
            </a:r>
            <a:endParaRPr lang="en-CA" sz="3600" b="1" dirty="0" smtClean="0">
              <a:solidFill>
                <a:srgbClr val="FF0000"/>
              </a:solidFill>
            </a:endParaRP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3586112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Propagation Practice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smtClean="0"/>
              <a:t>Multiplying </a:t>
            </a:r>
            <a:r>
              <a:rPr lang="en-CA" dirty="0" smtClean="0"/>
              <a:t>&amp; Dividing</a:t>
            </a:r>
          </a:p>
          <a:p>
            <a:pPr marL="0" indent="0">
              <a:buNone/>
            </a:pPr>
            <a:r>
              <a:rPr lang="en-CA" dirty="0" smtClean="0"/>
              <a:t>	</a:t>
            </a:r>
            <a:r>
              <a:rPr lang="en-CA" sz="3600" dirty="0" smtClean="0"/>
              <a:t>4.2±0.1  ×  0.25±0.01  </a:t>
            </a:r>
            <a:r>
              <a:rPr lang="en-CA" sz="3600" dirty="0"/>
              <a:t>×  </a:t>
            </a:r>
            <a:r>
              <a:rPr lang="en-CA" sz="3600" dirty="0" smtClean="0"/>
              <a:t>125±2  =  </a:t>
            </a:r>
            <a:r>
              <a:rPr lang="en-CA" sz="3600" dirty="0" smtClean="0"/>
              <a:t>?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 smtClean="0"/>
              <a:t>	4.2 </a:t>
            </a:r>
            <a:r>
              <a:rPr lang="en-CA" dirty="0" smtClean="0"/>
              <a:t>± 2.38%  X  0.25 ± 4%  X  125 ± 1.6%</a:t>
            </a:r>
          </a:p>
          <a:p>
            <a:pPr marL="0" indent="0">
              <a:buNone/>
            </a:pPr>
            <a:r>
              <a:rPr lang="en-CA" dirty="0"/>
              <a:t>	</a:t>
            </a:r>
            <a:r>
              <a:rPr lang="en-CA" dirty="0" smtClean="0"/>
              <a:t>131.25 </a:t>
            </a:r>
            <a:r>
              <a:rPr lang="en-CA" dirty="0" smtClean="0"/>
              <a:t>± 7.98%</a:t>
            </a:r>
          </a:p>
          <a:p>
            <a:pPr marL="0" indent="0">
              <a:buNone/>
            </a:pPr>
            <a:r>
              <a:rPr lang="en-CA" dirty="0" smtClean="0"/>
              <a:t>	130 ± 8%   or   130 ± 10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 smtClean="0"/>
              <a:t>	</a:t>
            </a:r>
            <a:r>
              <a:rPr lang="en-CA" sz="3600" b="1" dirty="0" smtClean="0">
                <a:solidFill>
                  <a:srgbClr val="FF0000"/>
                </a:solidFill>
              </a:rPr>
              <a:t>1.3x10</a:t>
            </a:r>
            <a:r>
              <a:rPr lang="en-CA" sz="3600" b="1" baseline="30000" dirty="0" smtClean="0">
                <a:solidFill>
                  <a:srgbClr val="FF0000"/>
                </a:solidFill>
              </a:rPr>
              <a:t>2</a:t>
            </a:r>
            <a:r>
              <a:rPr lang="en-CA" sz="3600" b="1" dirty="0" smtClean="0">
                <a:solidFill>
                  <a:srgbClr val="FF0000"/>
                </a:solidFill>
              </a:rPr>
              <a:t> </a:t>
            </a:r>
            <a:r>
              <a:rPr lang="en-CA" sz="3200" b="1" dirty="0" smtClean="0">
                <a:solidFill>
                  <a:srgbClr val="FF0000"/>
                </a:solidFill>
              </a:rPr>
              <a:t>± 0.1</a:t>
            </a:r>
            <a:endParaRPr lang="en-US" sz="32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6169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Tomorrow, Wed Feb 5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smtClean="0"/>
              <a:t>Exam Review: 9:00 -11:16</a:t>
            </a:r>
          </a:p>
          <a:p>
            <a:pPr lvl="1"/>
            <a:r>
              <a:rPr lang="en-CA" dirty="0" smtClean="0"/>
              <a:t>Visit your Semester 1 Teachers </a:t>
            </a:r>
          </a:p>
          <a:p>
            <a:pPr lvl="1"/>
            <a:endParaRPr lang="en-CA" dirty="0"/>
          </a:p>
          <a:p>
            <a:r>
              <a:rPr lang="en-CA" dirty="0" smtClean="0"/>
              <a:t>Lunch:	11:16 – 12:34</a:t>
            </a:r>
          </a:p>
          <a:p>
            <a:r>
              <a:rPr lang="en-CA" dirty="0" smtClean="0"/>
              <a:t>Period 1:	12:37 – 1:13</a:t>
            </a:r>
          </a:p>
          <a:p>
            <a:r>
              <a:rPr lang="en-CA" dirty="0"/>
              <a:t>Period </a:t>
            </a:r>
            <a:r>
              <a:rPr lang="en-CA" dirty="0" smtClean="0"/>
              <a:t>2:	1:16 – 1:52</a:t>
            </a:r>
          </a:p>
          <a:p>
            <a:r>
              <a:rPr lang="en-CA" dirty="0"/>
              <a:t>Period </a:t>
            </a:r>
            <a:r>
              <a:rPr lang="en-CA" dirty="0" smtClean="0"/>
              <a:t>3:	1:55 – 2:31</a:t>
            </a:r>
          </a:p>
          <a:p>
            <a:r>
              <a:rPr lang="en-CA" dirty="0"/>
              <a:t>Period </a:t>
            </a:r>
            <a:r>
              <a:rPr lang="en-CA" dirty="0" smtClean="0"/>
              <a:t>4:	2:34 – 3:10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14081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197</TotalTime>
  <Words>103</Words>
  <Application>Microsoft Office PowerPoint</Application>
  <PresentationFormat>On-screen Show (4:3)</PresentationFormat>
  <Paragraphs>49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Grade 12 Physics (SPH4U0_C)</vt:lpstr>
      <vt:lpstr>Measurement Practice – Feb 05 (Unit 1: Data Analysis – Day 03)</vt:lpstr>
      <vt:lpstr>Propagation Practice</vt:lpstr>
      <vt:lpstr>Propagation Practice</vt:lpstr>
      <vt:lpstr>Propagation Practice</vt:lpstr>
      <vt:lpstr>Tomorrow, Wed Feb 5</vt:lpstr>
    </vt:vector>
  </TitlesOfParts>
  <Company>Peel District School Board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Nestor, Gregory</dc:creator>
  <cp:lastModifiedBy>Nestor, Gregory</cp:lastModifiedBy>
  <cp:revision>18</cp:revision>
  <dcterms:created xsi:type="dcterms:W3CDTF">2020-01-30T20:52:43Z</dcterms:created>
  <dcterms:modified xsi:type="dcterms:W3CDTF">2020-02-05T18:16:04Z</dcterms:modified>
</cp:coreProperties>
</file>