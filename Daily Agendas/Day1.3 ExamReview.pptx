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1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Grade 12 Physics</a:t>
            </a:r>
            <a:br>
              <a:rPr lang="en-CA" dirty="0"/>
            </a:br>
            <a:r>
              <a:rPr lang="en-CA" dirty="0"/>
              <a:t>(SPH4U0_C)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Mr. Nestor</a:t>
            </a:r>
          </a:p>
          <a:p>
            <a:r>
              <a:rPr lang="en-CA" dirty="0"/>
              <a:t>p0079141@pdsb.net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9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Measurement Practice </a:t>
            </a:r>
            <a:r>
              <a:rPr lang="en-CA" dirty="0" smtClean="0"/>
              <a:t>– </a:t>
            </a:r>
            <a:r>
              <a:rPr lang="en-CA" dirty="0"/>
              <a:t>Feb </a:t>
            </a:r>
            <a:r>
              <a:rPr lang="en-CA" dirty="0" smtClean="0"/>
              <a:t>05</a:t>
            </a:r>
            <a:r>
              <a:rPr lang="en-CA" dirty="0"/>
              <a:t/>
            </a:r>
            <a:br>
              <a:rPr lang="en-CA" dirty="0"/>
            </a:br>
            <a:r>
              <a:rPr lang="en-CA" sz="2800" dirty="0"/>
              <a:t>(Unit 1: Data Analysis – Day </a:t>
            </a:r>
            <a:r>
              <a:rPr lang="en-CA" sz="2800" dirty="0" smtClean="0"/>
              <a:t>03)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 smtClean="0"/>
              <a:t>Exam Review Day</a:t>
            </a:r>
          </a:p>
          <a:p>
            <a:pPr lvl="1"/>
            <a:r>
              <a:rPr lang="en-CA" dirty="0" smtClean="0"/>
              <a:t>Unit </a:t>
            </a:r>
            <a:r>
              <a:rPr lang="en-CA" dirty="0" smtClean="0"/>
              <a:t>Outline</a:t>
            </a:r>
          </a:p>
          <a:p>
            <a:pPr lvl="2"/>
            <a:r>
              <a:rPr lang="en-CA" dirty="0" smtClean="0"/>
              <a:t>Will Be Provided on Thursday, Feb 6</a:t>
            </a:r>
            <a:r>
              <a:rPr lang="en-CA" baseline="30000" dirty="0" smtClean="0"/>
              <a:t>th</a:t>
            </a:r>
            <a:r>
              <a:rPr lang="en-CA" dirty="0" smtClean="0"/>
              <a:t> </a:t>
            </a:r>
          </a:p>
          <a:p>
            <a:pPr lvl="1"/>
            <a:r>
              <a:rPr lang="en-CA" dirty="0" smtClean="0"/>
              <a:t>Measurement Practice:</a:t>
            </a:r>
          </a:p>
          <a:p>
            <a:pPr lvl="2"/>
            <a:r>
              <a:rPr lang="en-CA" dirty="0" smtClean="0"/>
              <a:t>Unit </a:t>
            </a:r>
            <a:r>
              <a:rPr lang="en-CA" dirty="0"/>
              <a:t>Conversions, Sig-Digs, Propagation of Sig-Digs</a:t>
            </a:r>
            <a:r>
              <a:rPr lang="en-CA" dirty="0" smtClean="0"/>
              <a:t> </a:t>
            </a:r>
            <a:endParaRPr lang="en-CA" dirty="0" smtClean="0"/>
          </a:p>
          <a:p>
            <a:pPr lvl="2"/>
            <a:r>
              <a:rPr lang="en-CA" dirty="0"/>
              <a:t>Absolute &amp; Relative Uncertainty</a:t>
            </a:r>
            <a:endParaRPr lang="en-CA" dirty="0"/>
          </a:p>
          <a:p>
            <a:pPr lvl="2"/>
            <a:r>
              <a:rPr lang="en-CA" dirty="0" smtClean="0"/>
              <a:t>Reference</a:t>
            </a:r>
            <a:r>
              <a:rPr lang="en-CA" dirty="0"/>
              <a:t>: Data Analysis Package </a:t>
            </a:r>
            <a:r>
              <a:rPr lang="en-CA" dirty="0" smtClean="0"/>
              <a:t>(All Topics)</a:t>
            </a:r>
            <a:endParaRPr lang="en-CA" dirty="0"/>
          </a:p>
          <a:p>
            <a:pPr lvl="2"/>
            <a:r>
              <a:rPr lang="en-CA" dirty="0"/>
              <a:t>Homework: Data Analysis Booklet </a:t>
            </a:r>
            <a:r>
              <a:rPr lang="en-CA" dirty="0" smtClean="0"/>
              <a:t>(All Questions)</a:t>
            </a: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 smtClean="0"/>
              <a:t>Great </a:t>
            </a:r>
            <a:r>
              <a:rPr lang="en-CA" dirty="0"/>
              <a:t>Physicist Blog – DUE: </a:t>
            </a:r>
            <a:r>
              <a:rPr lang="en-CA" dirty="0" smtClean="0"/>
              <a:t>Thursday, Feb 6</a:t>
            </a:r>
            <a:r>
              <a:rPr lang="en-CA" baseline="30000" dirty="0" smtClean="0"/>
              <a:t>th</a:t>
            </a:r>
            <a:r>
              <a:rPr lang="en-CA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Tomorrow, Wed Feb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Exam Review: 9:00 -11:16</a:t>
            </a:r>
          </a:p>
          <a:p>
            <a:pPr lvl="1"/>
            <a:r>
              <a:rPr lang="en-CA" dirty="0" smtClean="0"/>
              <a:t>Visit your Semester 1 Teachers </a:t>
            </a:r>
          </a:p>
          <a:p>
            <a:pPr lvl="1"/>
            <a:endParaRPr lang="en-CA" dirty="0"/>
          </a:p>
          <a:p>
            <a:r>
              <a:rPr lang="en-CA" dirty="0" smtClean="0"/>
              <a:t>Lunch:	11:16 – 12:34</a:t>
            </a:r>
          </a:p>
          <a:p>
            <a:r>
              <a:rPr lang="en-CA" dirty="0" smtClean="0"/>
              <a:t>Period 1:	12:37 – 1:13</a:t>
            </a:r>
          </a:p>
          <a:p>
            <a:r>
              <a:rPr lang="en-CA" dirty="0"/>
              <a:t>Period </a:t>
            </a:r>
            <a:r>
              <a:rPr lang="en-CA" dirty="0" smtClean="0"/>
              <a:t>2:	1:16 – 1:52</a:t>
            </a:r>
          </a:p>
          <a:p>
            <a:r>
              <a:rPr lang="en-CA" dirty="0"/>
              <a:t>Period </a:t>
            </a:r>
            <a:r>
              <a:rPr lang="en-CA" dirty="0" smtClean="0"/>
              <a:t>3:	1:55 – 2:31</a:t>
            </a:r>
          </a:p>
          <a:p>
            <a:r>
              <a:rPr lang="en-CA" dirty="0"/>
              <a:t>Period </a:t>
            </a:r>
            <a:r>
              <a:rPr lang="en-CA" dirty="0" smtClean="0"/>
              <a:t>4:	2:34 – 3:10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08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88</Words>
  <Application>Microsoft Office PowerPoint</Application>
  <PresentationFormat>On-screen Show (4:3)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Grade 12 Physics (SPH4U0_C)</vt:lpstr>
      <vt:lpstr>Measurement Practice – Feb 05 (Unit 1: Data Analysis – Day 03)</vt:lpstr>
      <vt:lpstr>Tomorrow, Wed Feb 5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12</cp:revision>
  <dcterms:created xsi:type="dcterms:W3CDTF">2020-01-30T20:52:43Z</dcterms:created>
  <dcterms:modified xsi:type="dcterms:W3CDTF">2020-02-04T18:54:21Z</dcterms:modified>
</cp:coreProperties>
</file>