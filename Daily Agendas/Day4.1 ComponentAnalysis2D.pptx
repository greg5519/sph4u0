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10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2/23/2020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38178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2/23/2020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8638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2/23/2020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5281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2/23/2020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541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2/23/2020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789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2/23/2020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4251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2/23/2020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9096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2/23/2020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5924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2/23/2020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01372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2/23/2020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09693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2/23/2020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6959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FDDC6D-30E6-4591-A5D6-EBA4A0A375E4}" type="datetimeFigureOut">
              <a:rPr lang="en-US" smtClean="0"/>
              <a:t>2/23/2020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31986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CA" dirty="0"/>
              <a:t>2D Component Analysis – Feb 24</a:t>
            </a:r>
            <a:br>
              <a:rPr lang="en-CA" dirty="0"/>
            </a:br>
            <a:r>
              <a:rPr lang="en-CA" sz="2800" dirty="0"/>
              <a:t>(Unit 2: Kinematics – Day 08)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CA" dirty="0"/>
              <a:t>Agenda</a:t>
            </a:r>
          </a:p>
          <a:p>
            <a:pPr lvl="1"/>
            <a:r>
              <a:rPr lang="en-CA" dirty="0"/>
              <a:t>2D Displacement Using Cosine-Sine Law</a:t>
            </a:r>
          </a:p>
          <a:p>
            <a:pPr lvl="2"/>
            <a:r>
              <a:rPr lang="en-CA" dirty="0"/>
              <a:t>Presentation: Review of Vector Operations</a:t>
            </a:r>
          </a:p>
          <a:p>
            <a:pPr lvl="2"/>
            <a:r>
              <a:rPr lang="en-CA" dirty="0"/>
              <a:t>HW: 2D Displacement Sine Law Problems</a:t>
            </a:r>
          </a:p>
          <a:p>
            <a:pPr lvl="1"/>
            <a:r>
              <a:rPr lang="en-CA" dirty="0"/>
              <a:t>2D Component Analysis</a:t>
            </a:r>
          </a:p>
          <a:p>
            <a:pPr lvl="2"/>
            <a:r>
              <a:rPr lang="en-CA" dirty="0"/>
              <a:t>Note: Component Analysis For 2D Displacement</a:t>
            </a:r>
          </a:p>
          <a:p>
            <a:pPr lvl="2"/>
            <a:r>
              <a:rPr lang="en-CA" dirty="0"/>
              <a:t>HW: Component </a:t>
            </a:r>
            <a:r>
              <a:rPr lang="en-CA"/>
              <a:t>Analysis Worksheet</a:t>
            </a:r>
            <a:endParaRPr lang="en-CA" dirty="0"/>
          </a:p>
          <a:p>
            <a:pPr marL="457200" lvl="1" indent="0">
              <a:buNone/>
            </a:pPr>
            <a:endParaRPr lang="en-CA" dirty="0"/>
          </a:p>
          <a:p>
            <a:r>
              <a:rPr lang="en-CA" dirty="0"/>
              <a:t>Upcoming</a:t>
            </a:r>
          </a:p>
          <a:p>
            <a:pPr lvl="1"/>
            <a:r>
              <a:rPr lang="en-CA" dirty="0"/>
              <a:t>Past Due: Lab Report (Hardcopy &amp; D2L)</a:t>
            </a:r>
          </a:p>
        </p:txBody>
      </p:sp>
    </p:spTree>
    <p:extLst>
      <p:ext uri="{BB962C8B-B14F-4D97-AF65-F5344CB8AC3E}">
        <p14:creationId xmlns:p14="http://schemas.microsoft.com/office/powerpoint/2010/main" val="12093460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295</TotalTime>
  <Words>61</Words>
  <Application>Microsoft Office PowerPoint</Application>
  <PresentationFormat>On-screen Show (4:3)</PresentationFormat>
  <Paragraphs>11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2D Component Analysis – Feb 24 (Unit 2: Kinematics – Day 08)</vt:lpstr>
    </vt:vector>
  </TitlesOfParts>
  <Company>Peel District School Board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Nestor, Gregory</dc:creator>
  <cp:lastModifiedBy>Greg Nestor</cp:lastModifiedBy>
  <cp:revision>42</cp:revision>
  <dcterms:created xsi:type="dcterms:W3CDTF">2020-01-30T20:52:43Z</dcterms:created>
  <dcterms:modified xsi:type="dcterms:W3CDTF">2020-02-23T15:43:26Z</dcterms:modified>
</cp:coreProperties>
</file>