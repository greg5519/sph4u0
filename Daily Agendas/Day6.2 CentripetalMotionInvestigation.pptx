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5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63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4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8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425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90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92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3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69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DDC6D-30E6-4591-A5D6-EBA4A0A375E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69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DDC6D-30E6-4591-A5D6-EBA4A0A375E4}" type="datetimeFigureOut">
              <a:rPr lang="en-US" smtClean="0"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6C6B-EAAB-40A1-8391-D0AADCFBA1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9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CA" sz="4000" dirty="0"/>
              <a:t>Centripetal Motion Investigation – Mar </a:t>
            </a:r>
            <a:r>
              <a:rPr lang="en-CA" sz="4000" dirty="0" smtClean="0"/>
              <a:t>10</a:t>
            </a:r>
            <a:r>
              <a:rPr lang="en-CA" sz="4000" dirty="0"/>
              <a:t/>
            </a:r>
            <a:br>
              <a:rPr lang="en-CA" sz="4000" dirty="0"/>
            </a:br>
            <a:r>
              <a:rPr lang="en-CA" sz="2800" dirty="0"/>
              <a:t>(Unit 2: Kinematics – Day </a:t>
            </a:r>
            <a:r>
              <a:rPr lang="en-CA" sz="2800" dirty="0" smtClean="0"/>
              <a:t>18)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Agenda</a:t>
            </a:r>
          </a:p>
          <a:p>
            <a:pPr lvl="1"/>
            <a:r>
              <a:rPr lang="en-CA" dirty="0"/>
              <a:t>Centripetal Motion Investigation </a:t>
            </a:r>
            <a:endParaRPr lang="en-CA" dirty="0" smtClean="0"/>
          </a:p>
          <a:p>
            <a:pPr lvl="2"/>
            <a:r>
              <a:rPr lang="en-CA" dirty="0" smtClean="0"/>
              <a:t>Collect Spark Table Data</a:t>
            </a:r>
            <a:endParaRPr lang="en-CA" dirty="0"/>
          </a:p>
          <a:p>
            <a:pPr lvl="2"/>
            <a:r>
              <a:rPr lang="en-CA" dirty="0" smtClean="0"/>
              <a:t>Begin Analysis</a:t>
            </a:r>
          </a:p>
          <a:p>
            <a:pPr lvl="2"/>
            <a:r>
              <a:rPr lang="en-CA" dirty="0" smtClean="0"/>
              <a:t>Due: After March Break (</a:t>
            </a:r>
            <a:r>
              <a:rPr lang="en-CA" dirty="0" err="1" smtClean="0"/>
              <a:t>t.b.d</a:t>
            </a:r>
            <a:r>
              <a:rPr lang="en-CA" dirty="0" smtClean="0"/>
              <a:t>.)</a:t>
            </a:r>
            <a:endParaRPr lang="en-CA" dirty="0"/>
          </a:p>
          <a:p>
            <a:pPr lvl="2"/>
            <a:endParaRPr lang="en-CA" dirty="0"/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Upcoming</a:t>
            </a:r>
          </a:p>
          <a:p>
            <a:pPr lvl="1"/>
            <a:r>
              <a:rPr lang="en-CA" dirty="0"/>
              <a:t>Tomorrow: </a:t>
            </a:r>
            <a:r>
              <a:rPr lang="en-CA" dirty="0" smtClean="0"/>
              <a:t>Begin Unit 3</a:t>
            </a:r>
            <a:endParaRPr lang="en-CA" dirty="0"/>
          </a:p>
          <a:p>
            <a:pPr lvl="1"/>
            <a:r>
              <a:rPr lang="en-CA" dirty="0" smtClean="0">
                <a:solidFill>
                  <a:srgbClr val="FF0000"/>
                </a:solidFill>
              </a:rPr>
              <a:t>Thursday: </a:t>
            </a:r>
            <a:r>
              <a:rPr lang="en-CA" dirty="0">
                <a:solidFill>
                  <a:srgbClr val="FF0000"/>
                </a:solidFill>
              </a:rPr>
              <a:t>Kinematics Unit Test</a:t>
            </a:r>
          </a:p>
        </p:txBody>
      </p:sp>
    </p:spTree>
    <p:extLst>
      <p:ext uri="{BB962C8B-B14F-4D97-AF65-F5344CB8AC3E}">
        <p14:creationId xmlns:p14="http://schemas.microsoft.com/office/powerpoint/2010/main" val="120934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09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472</TotalTime>
  <Words>35</Words>
  <Application>Microsoft Office PowerPoint</Application>
  <PresentationFormat>On-screen Show (4:3)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Centripetal Motion Investigation – Mar 10 (Unit 2: Kinematics – Day 18)</vt:lpstr>
      <vt:lpstr>PowerPoint Presentation</vt:lpstr>
    </vt:vector>
  </TitlesOfParts>
  <Company>Peel District School Board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Nestor, Gregory</dc:creator>
  <cp:lastModifiedBy>Nestor, Gregory</cp:lastModifiedBy>
  <cp:revision>72</cp:revision>
  <dcterms:created xsi:type="dcterms:W3CDTF">2020-01-30T20:52:43Z</dcterms:created>
  <dcterms:modified xsi:type="dcterms:W3CDTF">2020-03-10T13:39:42Z</dcterms:modified>
</cp:coreProperties>
</file>