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4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1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2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0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9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3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6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9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DDC6D-30E6-4591-A5D6-EBA4A0A375E4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9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CA" dirty="0"/>
              <a:t>Projectile Motion Analysis II – Mar 02</a:t>
            </a:r>
            <a:br>
              <a:rPr lang="en-CA" dirty="0"/>
            </a:br>
            <a:r>
              <a:rPr lang="en-CA" sz="2800" dirty="0"/>
              <a:t>(Unit 2: Kinematics – Day 13)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Agenda</a:t>
            </a:r>
          </a:p>
          <a:p>
            <a:pPr lvl="1"/>
            <a:r>
              <a:rPr lang="en-CA" dirty="0"/>
              <a:t>Projectile Motion Analysis</a:t>
            </a:r>
          </a:p>
          <a:p>
            <a:pPr lvl="2"/>
            <a:r>
              <a:rPr lang="en-CA" dirty="0"/>
              <a:t>Discussion: Projectile Motion Conditions (</a:t>
            </a:r>
            <a:r>
              <a:rPr lang="en-CA"/>
              <a:t>Question #2)</a:t>
            </a:r>
            <a:endParaRPr lang="en-CA" dirty="0"/>
          </a:p>
          <a:p>
            <a:pPr lvl="2"/>
            <a:r>
              <a:rPr lang="en-CA" dirty="0"/>
              <a:t>HW: Projectile Motion Sample Part II (from Friday)</a:t>
            </a:r>
          </a:p>
          <a:p>
            <a:pPr lvl="2"/>
            <a:r>
              <a:rPr lang="en-CA" dirty="0"/>
              <a:t>HW: Projectile Motion Practice II (New Today)</a:t>
            </a:r>
          </a:p>
          <a:p>
            <a:pPr lvl="2"/>
            <a:r>
              <a:rPr lang="en-CA" dirty="0"/>
              <a:t>HW: Projectile Motion Review (</a:t>
            </a:r>
            <a:r>
              <a:rPr lang="en-CA" b="1" i="1" dirty="0"/>
              <a:t>Hard</a:t>
            </a:r>
            <a:r>
              <a:rPr lang="en-CA" dirty="0"/>
              <a:t>, Tomorrow)</a:t>
            </a:r>
          </a:p>
          <a:p>
            <a:pPr lvl="2"/>
            <a:endParaRPr lang="en-CA" dirty="0"/>
          </a:p>
          <a:p>
            <a:pPr marL="457200" lvl="1" indent="0">
              <a:buNone/>
            </a:pPr>
            <a:endParaRPr lang="en-CA" dirty="0"/>
          </a:p>
          <a:p>
            <a:r>
              <a:rPr lang="en-CA" dirty="0"/>
              <a:t>Upcoming</a:t>
            </a:r>
          </a:p>
          <a:p>
            <a:pPr lvl="1"/>
            <a:r>
              <a:rPr lang="en-CA" dirty="0"/>
              <a:t>Due ASAP: Three Method 2D Analysis Comparison</a:t>
            </a:r>
          </a:p>
          <a:p>
            <a:pPr lvl="1"/>
            <a:r>
              <a:rPr lang="en-CA" dirty="0"/>
              <a:t>Due ASAP: Projectile Motion Investigation</a:t>
            </a:r>
          </a:p>
        </p:txBody>
      </p:sp>
    </p:spTree>
    <p:extLst>
      <p:ext uri="{BB962C8B-B14F-4D97-AF65-F5344CB8AC3E}">
        <p14:creationId xmlns:p14="http://schemas.microsoft.com/office/powerpoint/2010/main" val="1209346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347</TotalTime>
  <Words>77</Words>
  <Application>Microsoft Office PowerPoint</Application>
  <PresentationFormat>On-screen Show (4:3)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Projectile Motion Analysis II – Mar 02 (Unit 2: Kinematics – Day 13)</vt:lpstr>
    </vt:vector>
  </TitlesOfParts>
  <Company>Peel District School 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Nestor, Gregory</dc:creator>
  <cp:lastModifiedBy>Greg Nestor</cp:lastModifiedBy>
  <cp:revision>58</cp:revision>
  <dcterms:created xsi:type="dcterms:W3CDTF">2020-01-30T20:52:43Z</dcterms:created>
  <dcterms:modified xsi:type="dcterms:W3CDTF">2020-03-01T22:36:17Z</dcterms:modified>
</cp:coreProperties>
</file>