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CA" dirty="0" smtClean="0"/>
              <a:t>Projectile Motion </a:t>
            </a:r>
            <a:r>
              <a:rPr lang="en-CA" dirty="0" smtClean="0"/>
              <a:t>Analysis II </a:t>
            </a:r>
            <a:r>
              <a:rPr lang="en-CA" dirty="0"/>
              <a:t>– </a:t>
            </a:r>
            <a:r>
              <a:rPr lang="en-CA" dirty="0" smtClean="0"/>
              <a:t>Mar 02</a:t>
            </a:r>
            <a:r>
              <a:rPr lang="en-CA" dirty="0"/>
              <a:t/>
            </a:r>
            <a:br>
              <a:rPr lang="en-CA" dirty="0"/>
            </a:br>
            <a:r>
              <a:rPr lang="en-CA" sz="2800" dirty="0"/>
              <a:t>(Unit 2: Kinematics – Day </a:t>
            </a:r>
            <a:r>
              <a:rPr lang="en-CA" sz="2800" dirty="0" smtClean="0"/>
              <a:t>13)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 smtClean="0"/>
              <a:t>Projectile Motion Analysis</a:t>
            </a:r>
            <a:endParaRPr lang="en-CA" dirty="0"/>
          </a:p>
          <a:p>
            <a:pPr lvl="2"/>
            <a:r>
              <a:rPr lang="en-CA" dirty="0" smtClean="0"/>
              <a:t>Discussion</a:t>
            </a:r>
            <a:r>
              <a:rPr lang="en-CA" dirty="0" smtClean="0"/>
              <a:t>: Projectile Motion </a:t>
            </a:r>
            <a:r>
              <a:rPr lang="en-CA" dirty="0" smtClean="0"/>
              <a:t>Conditions (Question #3)</a:t>
            </a:r>
            <a:endParaRPr lang="en-CA" dirty="0" smtClean="0"/>
          </a:p>
          <a:p>
            <a:pPr lvl="2"/>
            <a:r>
              <a:rPr lang="en-CA" dirty="0" smtClean="0"/>
              <a:t>HW: Projectile </a:t>
            </a:r>
            <a:r>
              <a:rPr lang="en-CA" dirty="0" smtClean="0"/>
              <a:t>Motion Sample </a:t>
            </a:r>
            <a:r>
              <a:rPr lang="en-CA" dirty="0" smtClean="0"/>
              <a:t>Part </a:t>
            </a:r>
            <a:r>
              <a:rPr lang="en-CA" dirty="0" smtClean="0"/>
              <a:t>II (from Friday)</a:t>
            </a:r>
          </a:p>
          <a:p>
            <a:pPr lvl="2"/>
            <a:r>
              <a:rPr lang="en-CA" dirty="0" smtClean="0"/>
              <a:t>HW: </a:t>
            </a:r>
            <a:r>
              <a:rPr lang="en-CA" dirty="0"/>
              <a:t>Projectile Motion </a:t>
            </a:r>
            <a:r>
              <a:rPr lang="en-CA" dirty="0" smtClean="0"/>
              <a:t>Practice II (New Today)</a:t>
            </a:r>
            <a:endParaRPr lang="en-CA" dirty="0"/>
          </a:p>
          <a:p>
            <a:pPr lvl="2"/>
            <a:r>
              <a:rPr lang="en-CA" dirty="0"/>
              <a:t>HW: Projectile </a:t>
            </a:r>
            <a:r>
              <a:rPr lang="en-CA" dirty="0" smtClean="0"/>
              <a:t>Motion Review (</a:t>
            </a:r>
            <a:r>
              <a:rPr lang="en-CA" b="1" i="1" dirty="0" smtClean="0"/>
              <a:t>Hard</a:t>
            </a:r>
            <a:r>
              <a:rPr lang="en-CA" smtClean="0"/>
              <a:t>, Tomorrow)</a:t>
            </a:r>
            <a:endParaRPr lang="en-CA" dirty="0" smtClean="0"/>
          </a:p>
          <a:p>
            <a:pPr lvl="2"/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Due ASAP: Three Method 2D Analysis Comparison</a:t>
            </a:r>
          </a:p>
          <a:p>
            <a:pPr lvl="1"/>
            <a:r>
              <a:rPr lang="en-CA" dirty="0"/>
              <a:t>Due ASAP: Projectile Motion </a:t>
            </a:r>
            <a:r>
              <a:rPr lang="en-CA" dirty="0" smtClean="0"/>
              <a:t>Investigation</a:t>
            </a:r>
            <a:endParaRPr lang="en-CA" dirty="0" smtClean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347</TotalTime>
  <Words>67</Words>
  <Application>Microsoft Office PowerPoint</Application>
  <PresentationFormat>On-screen Show (4:3)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Projectile Motion Analysis II – Mar 02 (Unit 2: Kinematics – Day 13)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57</cp:revision>
  <dcterms:created xsi:type="dcterms:W3CDTF">2020-01-30T20:52:43Z</dcterms:created>
  <dcterms:modified xsi:type="dcterms:W3CDTF">2020-02-28T19:34:11Z</dcterms:modified>
</cp:coreProperties>
</file>