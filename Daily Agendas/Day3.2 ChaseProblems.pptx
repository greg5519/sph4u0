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dirty="0"/>
              <a:t>Chase Problems – Feb 18</a:t>
            </a:r>
            <a:br>
              <a:rPr lang="en-CA" dirty="0"/>
            </a:br>
            <a:r>
              <a:rPr lang="en-CA" sz="2800" dirty="0"/>
              <a:t>(Unit 2: Kinematics – Day 04)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Debrief: Famous Five Review</a:t>
            </a:r>
          </a:p>
          <a:p>
            <a:pPr lvl="2"/>
            <a:r>
              <a:rPr lang="en-CA" dirty="0"/>
              <a:t>Famous Five Review Questions</a:t>
            </a:r>
          </a:p>
          <a:p>
            <a:pPr lvl="2"/>
            <a:r>
              <a:rPr lang="en-CA" dirty="0"/>
              <a:t>Famous Five Combo Questions</a:t>
            </a:r>
          </a:p>
          <a:p>
            <a:pPr lvl="1"/>
            <a:r>
              <a:rPr lang="en-CA" dirty="0"/>
              <a:t>Chase Problems</a:t>
            </a:r>
          </a:p>
          <a:p>
            <a:pPr lvl="2"/>
            <a:r>
              <a:rPr lang="en-CA" dirty="0"/>
              <a:t>Discussion: Chase Problems Minds-On</a:t>
            </a:r>
          </a:p>
          <a:p>
            <a:pPr lvl="2"/>
            <a:r>
              <a:rPr lang="en-CA" dirty="0"/>
              <a:t>HW: Chase Problems Worksheet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Tomorrow. Feb. 19: Lab Report Due (Hardcopy &amp; D2L)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</TotalTime>
  <Words>56</Words>
  <Application>Microsoft Office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Chase Problems – Feb 18 (Unit 2: Kinematics – Day 04)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Greg Nestor</cp:lastModifiedBy>
  <cp:revision>35</cp:revision>
  <dcterms:created xsi:type="dcterms:W3CDTF">2020-01-30T20:52:43Z</dcterms:created>
  <dcterms:modified xsi:type="dcterms:W3CDTF">2020-02-12T22:36:33Z</dcterms:modified>
</cp:coreProperties>
</file>