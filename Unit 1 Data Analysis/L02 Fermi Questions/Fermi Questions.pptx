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52BA-E9DF-4CB6-A6B0-953F1456B55F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62D2-F3B8-46D0-8451-37F6C6A2A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3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52BA-E9DF-4CB6-A6B0-953F1456B55F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62D2-F3B8-46D0-8451-37F6C6A2A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98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52BA-E9DF-4CB6-A6B0-953F1456B55F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62D2-F3B8-46D0-8451-37F6C6A2A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64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52BA-E9DF-4CB6-A6B0-953F1456B55F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62D2-F3B8-46D0-8451-37F6C6A2A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0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52BA-E9DF-4CB6-A6B0-953F1456B55F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62D2-F3B8-46D0-8451-37F6C6A2A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5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52BA-E9DF-4CB6-A6B0-953F1456B55F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62D2-F3B8-46D0-8451-37F6C6A2A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4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52BA-E9DF-4CB6-A6B0-953F1456B55F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62D2-F3B8-46D0-8451-37F6C6A2A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6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52BA-E9DF-4CB6-A6B0-953F1456B55F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62D2-F3B8-46D0-8451-37F6C6A2A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81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52BA-E9DF-4CB6-A6B0-953F1456B55F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62D2-F3B8-46D0-8451-37F6C6A2A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52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52BA-E9DF-4CB6-A6B0-953F1456B55F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62D2-F3B8-46D0-8451-37F6C6A2A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32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52BA-E9DF-4CB6-A6B0-953F1456B55F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62D2-F3B8-46D0-8451-37F6C6A2A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6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252BA-E9DF-4CB6-A6B0-953F1456B55F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E62D2-F3B8-46D0-8451-37F6C6A2A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http://www.skybolts.com/homework/enrico%20fermi.jp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D36FBC-B02C-4881-8635-F31873B41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Enrico Fermi (1901 – 1954)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D97A47-AF86-4E96-A516-D31D16242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leaders of Modern Physics</a:t>
            </a:r>
          </a:p>
          <a:p>
            <a:pPr lvl="1"/>
            <a:r>
              <a:rPr lang="en-US" dirty="0"/>
              <a:t>Created the first nuclear reactor</a:t>
            </a:r>
          </a:p>
          <a:p>
            <a:pPr lvl="1"/>
            <a:endParaRPr lang="en-US" dirty="0"/>
          </a:p>
          <a:p>
            <a:r>
              <a:rPr lang="en-US" dirty="0"/>
              <a:t>Had a knack for asking and </a:t>
            </a:r>
            <a:br>
              <a:rPr lang="en-US" dirty="0"/>
            </a:br>
            <a:r>
              <a:rPr lang="en-US" dirty="0"/>
              <a:t>answering the “Big Questions”</a:t>
            </a:r>
          </a:p>
          <a:p>
            <a:pPr lvl="1"/>
            <a:r>
              <a:rPr lang="en-US" dirty="0"/>
              <a:t>E.g. Fermi Paradox</a:t>
            </a:r>
          </a:p>
          <a:p>
            <a:pPr lvl="1"/>
            <a:endParaRPr lang="en-US" dirty="0"/>
          </a:p>
          <a:p>
            <a:r>
              <a:rPr lang="en-US" dirty="0"/>
              <a:t>Was good at making “Educated Guesses”</a:t>
            </a:r>
          </a:p>
          <a:p>
            <a:pPr lvl="1"/>
            <a:r>
              <a:rPr lang="en-US" dirty="0"/>
              <a:t>Fermi Questions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A50155-DEB8-44B8-A05B-94BAD721326F}"/>
              </a:ext>
            </a:extLst>
          </p:cNvPr>
          <p:cNvPicPr/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655" y="2439987"/>
            <a:ext cx="2512695" cy="1978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7652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68548-4C2C-454E-A7E3-E84EEB71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Fermi Questions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05A6E-49D1-41DF-B41D-87856EC37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Question:</a:t>
            </a:r>
          </a:p>
          <a:p>
            <a:pPr marL="457200" lvl="1" indent="0">
              <a:buNone/>
            </a:pPr>
            <a:r>
              <a:rPr lang="en-US" sz="3200" dirty="0"/>
              <a:t>What is the total mass in kilograms of all students in the school?</a:t>
            </a:r>
          </a:p>
          <a:p>
            <a:endParaRPr lang="en-US" dirty="0"/>
          </a:p>
          <a:p>
            <a:r>
              <a:rPr lang="en-US" dirty="0"/>
              <a:t>Educated Guess (Answer):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What are the </a:t>
            </a:r>
            <a:r>
              <a:rPr lang="en-US" i="1" dirty="0"/>
              <a:t>variables</a:t>
            </a:r>
            <a:r>
              <a:rPr lang="en-US" dirty="0"/>
              <a:t> that influence the answer?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What do we know (exactly or approximately) about those variables?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Can we improve our estimated values?</a:t>
            </a:r>
          </a:p>
        </p:txBody>
      </p:sp>
    </p:spTree>
    <p:extLst>
      <p:ext uri="{BB962C8B-B14F-4D97-AF65-F5344CB8AC3E}">
        <p14:creationId xmlns:p14="http://schemas.microsoft.com/office/powerpoint/2010/main" val="118526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102</Words>
  <Application>Microsoft Office PowerPoint</Application>
  <PresentationFormat>On-screen Show (4:3)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Enrico Fermi (1901 – 1954)</vt:lpstr>
      <vt:lpstr>Fermi Questions -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Enrico Fermi (1901 – 1954)</dc:title>
  <dc:creator>Greg Nestor</dc:creator>
  <cp:lastModifiedBy>Greg Nestor</cp:lastModifiedBy>
  <cp:revision>2</cp:revision>
  <dcterms:created xsi:type="dcterms:W3CDTF">2020-02-02T18:24:30Z</dcterms:created>
  <dcterms:modified xsi:type="dcterms:W3CDTF">2020-02-02T18:39:07Z</dcterms:modified>
</cp:coreProperties>
</file>