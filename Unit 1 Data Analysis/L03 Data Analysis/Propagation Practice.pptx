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60" r:id="rId3"/>
    <p:sldId id="261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0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817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63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28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54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78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425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909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592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137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969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695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FDDC6D-30E6-4591-A5D6-EBA4A0A375E4}" type="datetimeFigureOut">
              <a:rPr lang="en-US" smtClean="0"/>
              <a:t>2/5/2020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198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Propagation 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Adding &amp; Subtracting</a:t>
            </a:r>
          </a:p>
          <a:p>
            <a:pPr marL="0" indent="0">
              <a:buNone/>
            </a:pPr>
            <a:r>
              <a:rPr lang="en-CA" dirty="0"/>
              <a:t>	</a:t>
            </a:r>
            <a:r>
              <a:rPr lang="en-CA" sz="3600" dirty="0"/>
              <a:t>3.7±5%  +  1.22±5%  +  9.5±5%  =  ?</a:t>
            </a:r>
          </a:p>
          <a:p>
            <a:endParaRPr lang="en-CA" dirty="0"/>
          </a:p>
          <a:p>
            <a:r>
              <a:rPr lang="en-CA" dirty="0"/>
              <a:t>Multiplying &amp; Dividing</a:t>
            </a:r>
          </a:p>
          <a:p>
            <a:pPr marL="0" indent="0">
              <a:buNone/>
            </a:pPr>
            <a:r>
              <a:rPr lang="en-CA" dirty="0"/>
              <a:t>	</a:t>
            </a:r>
            <a:r>
              <a:rPr lang="en-CA" sz="3600" dirty="0"/>
              <a:t>4.2±0.1  ×  0.25±0.01  ×  125±2  =  ?</a:t>
            </a:r>
            <a:endParaRPr lang="en-US" sz="36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6148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Propagation 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Adding &amp; Subtracting</a:t>
            </a:r>
          </a:p>
          <a:p>
            <a:pPr marL="0" indent="0">
              <a:buNone/>
            </a:pPr>
            <a:r>
              <a:rPr lang="en-CA" dirty="0"/>
              <a:t>	</a:t>
            </a:r>
            <a:r>
              <a:rPr lang="en-CA" sz="3600" dirty="0"/>
              <a:t>3.7±5%  +  1.22±5%  +  9.5±5%  =  ?</a:t>
            </a:r>
          </a:p>
          <a:p>
            <a:pPr marL="0" indent="0">
              <a:buNone/>
            </a:pPr>
            <a:r>
              <a:rPr lang="en-CA" dirty="0"/>
              <a:t>	</a:t>
            </a:r>
          </a:p>
          <a:p>
            <a:pPr marL="0" indent="0">
              <a:buNone/>
            </a:pPr>
            <a:r>
              <a:rPr lang="en-CA" dirty="0"/>
              <a:t>	</a:t>
            </a:r>
            <a:r>
              <a:rPr lang="en-CA" dirty="0">
                <a:solidFill>
                  <a:srgbClr val="FF0000"/>
                </a:solidFill>
              </a:rPr>
              <a:t>3.7 ± 0.185  + 1.22 ± 0.061  +  9.5 ± 0.475</a:t>
            </a:r>
          </a:p>
          <a:p>
            <a:pPr marL="0" indent="0">
              <a:buNone/>
            </a:pPr>
            <a:r>
              <a:rPr lang="en-CA" dirty="0">
                <a:solidFill>
                  <a:srgbClr val="FF0000"/>
                </a:solidFill>
              </a:rPr>
              <a:t>	14.42 ± 0.721</a:t>
            </a:r>
          </a:p>
          <a:p>
            <a:pPr marL="0" indent="0">
              <a:buNone/>
            </a:pPr>
            <a:endParaRPr lang="en-CA" sz="8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CA" sz="3600" dirty="0">
                <a:solidFill>
                  <a:srgbClr val="FF0000"/>
                </a:solidFill>
              </a:rPr>
              <a:t>	14.4 ± 0.7   or   </a:t>
            </a:r>
            <a:r>
              <a:rPr lang="en-CA" sz="3600" b="1" dirty="0">
                <a:solidFill>
                  <a:srgbClr val="FF0000"/>
                </a:solidFill>
              </a:rPr>
              <a:t>14.4 ± 5%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358611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Propagation 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Multiplying &amp; Dividing</a:t>
            </a:r>
          </a:p>
          <a:p>
            <a:pPr marL="0" indent="0">
              <a:buNone/>
            </a:pPr>
            <a:r>
              <a:rPr lang="en-CA" dirty="0"/>
              <a:t>	</a:t>
            </a:r>
            <a:r>
              <a:rPr lang="en-CA" sz="3600" dirty="0"/>
              <a:t>4.2±0.1  ×  0.25±0.01  ×  125±2  =  ?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	4.2 ± 2.38%  X  0.25 ± 4%  X  125 ± 1.6%</a:t>
            </a:r>
          </a:p>
          <a:p>
            <a:pPr marL="0" indent="0">
              <a:buNone/>
            </a:pPr>
            <a:r>
              <a:rPr lang="en-CA" dirty="0"/>
              <a:t>	131.25 ± 7.98%</a:t>
            </a:r>
          </a:p>
          <a:p>
            <a:pPr marL="0" indent="0">
              <a:buNone/>
            </a:pPr>
            <a:r>
              <a:rPr lang="en-CA" dirty="0"/>
              <a:t>	130 ± 8%   or   130 ± 10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	</a:t>
            </a:r>
            <a:r>
              <a:rPr lang="en-CA" sz="3600" b="1" dirty="0">
                <a:solidFill>
                  <a:srgbClr val="FF0000"/>
                </a:solidFill>
              </a:rPr>
              <a:t>1.3x10</a:t>
            </a:r>
            <a:r>
              <a:rPr lang="en-CA" sz="3600" b="1" baseline="30000" dirty="0">
                <a:solidFill>
                  <a:srgbClr val="FF0000"/>
                </a:solidFill>
              </a:rPr>
              <a:t>2</a:t>
            </a:r>
            <a:r>
              <a:rPr lang="en-CA" sz="3600" b="1" dirty="0">
                <a:solidFill>
                  <a:srgbClr val="FF0000"/>
                </a:solidFill>
              </a:rPr>
              <a:t> </a:t>
            </a:r>
            <a:r>
              <a:rPr lang="en-CA" sz="3200" b="1" dirty="0">
                <a:solidFill>
                  <a:srgbClr val="FF0000"/>
                </a:solidFill>
              </a:rPr>
              <a:t>± 0.1</a:t>
            </a:r>
            <a:endParaRPr lang="en-US" sz="32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16169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198</TotalTime>
  <Words>115</Words>
  <Application>Microsoft Office PowerPoint</Application>
  <PresentationFormat>On-screen Show (4:3)</PresentationFormat>
  <Paragraphs>23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Propagation Practice</vt:lpstr>
      <vt:lpstr>Propagation Practice</vt:lpstr>
      <vt:lpstr>Propagation Practice</vt:lpstr>
    </vt:vector>
  </TitlesOfParts>
  <Company>Peel District School Board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Nestor, Gregory</dc:creator>
  <cp:lastModifiedBy>Greg Nestor</cp:lastModifiedBy>
  <cp:revision>20</cp:revision>
  <dcterms:created xsi:type="dcterms:W3CDTF">2020-01-30T20:52:43Z</dcterms:created>
  <dcterms:modified xsi:type="dcterms:W3CDTF">2020-02-05T22:26:40Z</dcterms:modified>
</cp:coreProperties>
</file>