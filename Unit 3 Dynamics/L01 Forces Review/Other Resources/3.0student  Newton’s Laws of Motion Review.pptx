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7" r:id="rId4"/>
    <p:sldId id="259" r:id="rId5"/>
    <p:sldId id="258" r:id="rId6"/>
    <p:sldId id="263" r:id="rId7"/>
  </p:sldIdLst>
  <p:sldSz cx="9144000" cy="6858000" type="screen4x3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66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2BF30-29F6-4166-AB0B-F2AA69690E18}" type="datetimeFigureOut">
              <a:rPr lang="en-US" smtClean="0"/>
              <a:pPr/>
              <a:t>3/11/2016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B9D83-CF15-4A42-8BDD-87FF4AC10485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Newton’s Laws Review </a:t>
            </a:r>
            <a:r>
              <a:rPr lang="en-CA" dirty="0" err="1" smtClean="0"/>
              <a:t>powerpoint</a:t>
            </a:r>
            <a:endParaRPr lang="en-CA" dirty="0" smtClean="0"/>
          </a:p>
          <a:p>
            <a:r>
              <a:rPr lang="en-CA" dirty="0" smtClean="0"/>
              <a:t>Group Work </a:t>
            </a:r>
          </a:p>
          <a:p>
            <a:r>
              <a:rPr lang="en-CA" dirty="0"/>
              <a:t> </a:t>
            </a:r>
            <a:r>
              <a:rPr lang="en-CA" dirty="0" smtClean="0"/>
              <a:t>    Review Sheet</a:t>
            </a:r>
          </a:p>
          <a:p>
            <a:r>
              <a:rPr lang="en-CA" dirty="0"/>
              <a:t> </a:t>
            </a:r>
            <a:r>
              <a:rPr lang="en-CA" dirty="0" smtClean="0"/>
              <a:t>     Textbook </a:t>
            </a:r>
            <a:r>
              <a:rPr lang="en-CA" dirty="0" smtClean="0"/>
              <a:t>Questions-Day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6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82" y="214290"/>
            <a:ext cx="7772400" cy="969959"/>
          </a:xfrm>
        </p:spPr>
        <p:txBody>
          <a:bodyPr/>
          <a:lstStyle/>
          <a:p>
            <a:r>
              <a:rPr lang="en-CA" dirty="0" smtClean="0"/>
              <a:t>Newton’s Laws of Motion Review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000108"/>
            <a:ext cx="85011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u="sng" dirty="0" smtClean="0">
                <a:solidFill>
                  <a:srgbClr val="FF0000"/>
                </a:solidFill>
              </a:rPr>
              <a:t>Newton’s First Law (The Law of Inertia):</a:t>
            </a:r>
          </a:p>
          <a:p>
            <a:r>
              <a:rPr lang="en-CA" sz="2800" dirty="0" smtClean="0"/>
              <a:t> If there is no net force on an object, then the object will maintain a state of </a:t>
            </a:r>
            <a:r>
              <a:rPr lang="en-CA" sz="2800" dirty="0" smtClean="0">
                <a:solidFill>
                  <a:srgbClr val="FF0000"/>
                </a:solidFill>
              </a:rPr>
              <a:t>________</a:t>
            </a:r>
            <a:r>
              <a:rPr lang="en-CA" sz="2800" dirty="0" smtClean="0"/>
              <a:t> or </a:t>
            </a:r>
            <a:r>
              <a:rPr lang="en-CA" sz="2800" dirty="0" smtClean="0">
                <a:solidFill>
                  <a:srgbClr val="FF0000"/>
                </a:solidFill>
              </a:rPr>
              <a:t>_______________</a:t>
            </a:r>
            <a:r>
              <a:rPr lang="en-CA" sz="2800" dirty="0" smtClean="0"/>
              <a:t>.   </a:t>
            </a:r>
          </a:p>
          <a:p>
            <a:r>
              <a:rPr lang="en-CA" sz="2800" dirty="0" smtClean="0"/>
              <a:t>     </a:t>
            </a:r>
          </a:p>
          <a:p>
            <a:r>
              <a:rPr lang="en-CA" sz="2800" dirty="0"/>
              <a:t> </a:t>
            </a:r>
            <a:r>
              <a:rPr lang="en-CA" sz="2800" dirty="0" smtClean="0"/>
              <a:t>                    </a:t>
            </a:r>
            <a:r>
              <a:rPr lang="en-CA" sz="2800" b="1" i="1" dirty="0" smtClean="0">
                <a:solidFill>
                  <a:srgbClr val="FF0000"/>
                </a:solidFill>
              </a:rPr>
              <a:t>______________________________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5073" y="3140968"/>
            <a:ext cx="79296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u="sng" dirty="0" smtClean="0">
                <a:solidFill>
                  <a:srgbClr val="FF0000"/>
                </a:solidFill>
              </a:rPr>
              <a:t>Newton’s Second Law:</a:t>
            </a:r>
          </a:p>
          <a:p>
            <a:r>
              <a:rPr lang="en-CA" sz="2800" dirty="0" smtClean="0"/>
              <a:t> If there is a net force acting on an object, then the object will accelerate in the direction of the net force.</a:t>
            </a:r>
          </a:p>
          <a:p>
            <a:r>
              <a:rPr lang="en-CA" sz="2800" dirty="0" smtClean="0"/>
              <a:t>The acceleration is directly proportional to the net force and inversely proportional to the object mass.</a:t>
            </a:r>
          </a:p>
          <a:p>
            <a:r>
              <a:rPr lang="en-CA" sz="2800" i="1" dirty="0" smtClean="0"/>
              <a:t>                            If </a:t>
            </a:r>
            <a:r>
              <a:rPr lang="en-CA" sz="2800" i="1" dirty="0" err="1" smtClean="0"/>
              <a:t>F</a:t>
            </a:r>
            <a:r>
              <a:rPr lang="en-CA" sz="2800" i="1" baseline="-25000" dirty="0" err="1" smtClean="0"/>
              <a:t>net</a:t>
            </a:r>
            <a:r>
              <a:rPr lang="en-CA" sz="2800" i="1" dirty="0" smtClean="0"/>
              <a:t> </a:t>
            </a:r>
            <a:r>
              <a:rPr lang="en-CA" sz="2800" i="1" dirty="0" smtClean="0">
                <a:sym typeface="Symbol"/>
              </a:rPr>
              <a:t></a:t>
            </a:r>
            <a:r>
              <a:rPr lang="en-CA" sz="2800" i="1" dirty="0" smtClean="0"/>
              <a:t> 0 then acceleration results</a:t>
            </a:r>
          </a:p>
          <a:p>
            <a:r>
              <a:rPr lang="en-CA" sz="2800" i="1" dirty="0"/>
              <a:t>	</a:t>
            </a:r>
            <a:r>
              <a:rPr lang="en-CA" sz="2800" i="1" dirty="0" smtClean="0"/>
              <a:t>	</a:t>
            </a:r>
          </a:p>
          <a:p>
            <a:r>
              <a:rPr lang="en-CA" sz="2800" i="1" dirty="0"/>
              <a:t> </a:t>
            </a:r>
            <a:r>
              <a:rPr lang="en-CA" sz="2800" i="1" dirty="0" smtClean="0"/>
              <a:t>                            </a:t>
            </a:r>
            <a:endParaRPr lang="en-CA" sz="2800" i="1" dirty="0" smtClean="0">
              <a:solidFill>
                <a:srgbClr val="FF0000"/>
              </a:solidFill>
            </a:endParaRPr>
          </a:p>
          <a:p>
            <a:r>
              <a:rPr lang="en-CA" sz="2800" i="1" dirty="0"/>
              <a:t> </a:t>
            </a:r>
            <a:r>
              <a:rPr lang="en-CA" sz="2800" i="1" dirty="0" smtClean="0"/>
              <a:t>       </a:t>
            </a:r>
            <a:endParaRPr lang="en-CA" sz="28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928926" y="5214950"/>
            <a:ext cx="35719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285984" y="5857892"/>
            <a:ext cx="2000264" cy="785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671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85011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u="sng" dirty="0" smtClean="0">
                <a:solidFill>
                  <a:srgbClr val="FF0000"/>
                </a:solidFill>
              </a:rPr>
              <a:t>Newton’s Third Law (Action-Reaction):</a:t>
            </a:r>
          </a:p>
          <a:p>
            <a:r>
              <a:rPr lang="en-CA" sz="2800" dirty="0" smtClean="0"/>
              <a:t> If object A exerts a force on object B, then object B exerts an equal and opposite force on object A. </a:t>
            </a:r>
          </a:p>
          <a:p>
            <a:endParaRPr lang="en-CA" sz="2800" i="1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357158" y="3286124"/>
            <a:ext cx="8929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Example 1:  Applying Newton’s First Law:</a:t>
            </a:r>
          </a:p>
          <a:p>
            <a:r>
              <a:rPr lang="en-CA" b="1" dirty="0" smtClean="0"/>
              <a:t>Seatbelts are important safety devices in cars.  If a car moving on a highway  at 100 km/h Forward, comes to a sudden stop, we need seatbelts because the driver’s body will:</a:t>
            </a:r>
          </a:p>
          <a:p>
            <a:r>
              <a:rPr lang="en-CA" dirty="0" smtClean="0"/>
              <a:t>   a) Stop before the car stops and the seat will run into them</a:t>
            </a:r>
          </a:p>
          <a:p>
            <a:endParaRPr lang="en-CA" dirty="0" smtClean="0"/>
          </a:p>
          <a:p>
            <a:r>
              <a:rPr lang="en-CA" dirty="0" smtClean="0"/>
              <a:t>   b) Continue moving forward at 100 km/h when the car stops and will hit the dashboard</a:t>
            </a:r>
          </a:p>
          <a:p>
            <a:endParaRPr lang="en-CA" dirty="0" smtClean="0"/>
          </a:p>
          <a:p>
            <a:r>
              <a:rPr lang="en-CA" dirty="0" smtClean="0"/>
              <a:t>   c) Begin moving backwards when the car stops and will hit the back window</a:t>
            </a:r>
          </a:p>
          <a:p>
            <a:endParaRPr lang="en-CA" dirty="0" smtClean="0"/>
          </a:p>
          <a:p>
            <a:r>
              <a:rPr lang="en-CA" dirty="0" smtClean="0"/>
              <a:t>   d) Begin to accelerate forward when the car stops and will hit the dashboard</a:t>
            </a:r>
            <a:endParaRPr lang="en-CA" dirty="0"/>
          </a:p>
        </p:txBody>
      </p:sp>
      <p:sp>
        <p:nvSpPr>
          <p:cNvPr id="2" name="Rectangle 1"/>
          <p:cNvSpPr/>
          <p:nvPr/>
        </p:nvSpPr>
        <p:spPr>
          <a:xfrm>
            <a:off x="2483768" y="1700808"/>
            <a:ext cx="3744416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99592" y="304800"/>
            <a:ext cx="7704856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Example 2: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According 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to Newton's second law of motion, acceleration is proportional to </a:t>
            </a:r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net force</a:t>
            </a:r>
            <a:r>
              <a:rPr lang="en-US" sz="2800" dirty="0">
                <a:solidFill>
                  <a:srgbClr val="000000"/>
                </a:solidFill>
                <a:latin typeface="verdana" panose="020B0604030504040204" pitchFamily="34" charset="0"/>
              </a:rPr>
              <a:t>. That means </a:t>
            </a:r>
            <a:r>
              <a:rPr lang="en-US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that if you keep the mass constant and DOUBLE the net force, the acceleration will</a:t>
            </a:r>
            <a:endParaRPr lang="en-US" sz="2800" b="1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CA" sz="2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Stay the same</a:t>
            </a: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Become half as large</a:t>
            </a: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Become twice as large</a:t>
            </a:r>
          </a:p>
          <a:p>
            <a:pPr marL="342900" indent="-342900">
              <a:buAutoNum type="alphaLcParenR"/>
            </a:pPr>
            <a:r>
              <a:rPr lang="en-CA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Become four times as large</a:t>
            </a:r>
            <a:endParaRPr lang="en-US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CA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CA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dirty="0"/>
          </a:p>
        </p:txBody>
      </p:sp>
      <p:pic>
        <p:nvPicPr>
          <p:cNvPr id="1049" name="Picture 25" descr="http://highered.mheducation.com/olcweb/styles/shared/space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9338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DefaultOcx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HTMLOption1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HTMLOption2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HTMLOption3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HTMLOption4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HTMLOption5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2" name="Picture 18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HTMLOption6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5" name="Picture 21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HTMLOption7"/>
          <p:cNvPicPr preferRelativeResize="0">
            <a:picLocks noChangeArrowheads="1" noChangeShapeType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" cy="3048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8" name="Picture 24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82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14290"/>
            <a:ext cx="89297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Example 3:  Applying Newton’s Third Law:</a:t>
            </a:r>
          </a:p>
          <a:p>
            <a:r>
              <a:rPr lang="en-CA" b="1" dirty="0" smtClean="0"/>
              <a:t>A child pulls a wagon applying a force of 55 N East on the wagon.  The force the wagon applies on the child is:</a:t>
            </a:r>
          </a:p>
          <a:p>
            <a:endParaRPr lang="en-CA" b="1" dirty="0" smtClean="0"/>
          </a:p>
          <a:p>
            <a:r>
              <a:rPr lang="en-CA" dirty="0" smtClean="0"/>
              <a:t>   	a) 55 N West if the wagon is moving at a constant velocity. </a:t>
            </a:r>
          </a:p>
          <a:p>
            <a:endParaRPr lang="en-CA" dirty="0" smtClean="0"/>
          </a:p>
          <a:p>
            <a:r>
              <a:rPr lang="en-CA" dirty="0" smtClean="0"/>
              <a:t>   	b) Less than 55 N West if the wagon is slowing down. </a:t>
            </a:r>
          </a:p>
          <a:p>
            <a:endParaRPr lang="en-CA" dirty="0" smtClean="0"/>
          </a:p>
          <a:p>
            <a:r>
              <a:rPr lang="en-CA" dirty="0" smtClean="0"/>
              <a:t>  	 c) More than 55 N West if the wagon is speeding up. </a:t>
            </a:r>
          </a:p>
          <a:p>
            <a:endParaRPr lang="en-CA" dirty="0" smtClean="0"/>
          </a:p>
          <a:p>
            <a:r>
              <a:rPr lang="en-CA" dirty="0" smtClean="0"/>
              <a:t>   	d) 55 N West regardless of the wagon’s speed.  </a:t>
            </a:r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214250" y="3357562"/>
            <a:ext cx="8929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Example 4:  Applying Newton’s Third Law:</a:t>
            </a:r>
          </a:p>
          <a:p>
            <a:r>
              <a:rPr lang="en-CA" b="1" dirty="0" smtClean="0"/>
              <a:t>Which diagram below correctly shows the action-reaction forces between the Earth and </a:t>
            </a:r>
          </a:p>
          <a:p>
            <a:r>
              <a:rPr lang="en-CA" b="1" dirty="0" smtClean="0"/>
              <a:t>an apple on a  tree? </a:t>
            </a:r>
          </a:p>
          <a:p>
            <a:endParaRPr lang="en-CA" b="1" dirty="0" smtClean="0"/>
          </a:p>
          <a:p>
            <a:r>
              <a:rPr lang="en-CA" dirty="0" smtClean="0"/>
              <a:t>   	</a:t>
            </a:r>
            <a:endParaRPr lang="en-C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56" y="4287265"/>
            <a:ext cx="5429288" cy="257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007" y="48293"/>
            <a:ext cx="8229600" cy="1143000"/>
          </a:xfrm>
        </p:spPr>
        <p:txBody>
          <a:bodyPr/>
          <a:lstStyle/>
          <a:p>
            <a:r>
              <a:rPr lang="en-CA" dirty="0" smtClean="0"/>
              <a:t>Force of Gravity on Earth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798" y="848581"/>
            <a:ext cx="8691993" cy="2748565"/>
          </a:xfrm>
        </p:spPr>
        <p:txBody>
          <a:bodyPr/>
          <a:lstStyle/>
          <a:p>
            <a:r>
              <a:rPr lang="en-CA" dirty="0" smtClean="0"/>
              <a:t>There is a force of attraction between the Earth and all objects with mass near the Earth’s surface.  </a:t>
            </a:r>
          </a:p>
          <a:p>
            <a:r>
              <a:rPr lang="en-CA" dirty="0" smtClean="0"/>
              <a:t> To find the force of gravity due to the Earth, acting on an object of mass, m is: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99119" y="3801252"/>
            <a:ext cx="3640833" cy="16439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19636" y="3407702"/>
            <a:ext cx="4712155" cy="32616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387663" y="4362861"/>
            <a:ext cx="396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3600" dirty="0">
                <a:sym typeface="Symbol" panose="05050102010706020507" pitchFamily="18" charset="2"/>
              </a:rPr>
              <a:t></a:t>
            </a:r>
            <a:endParaRPr lang="en-US" sz="3600" dirty="0"/>
          </a:p>
        </p:txBody>
      </p:sp>
      <p:sp>
        <p:nvSpPr>
          <p:cNvPr id="12" name="Rectangle 11"/>
          <p:cNvSpPr/>
          <p:nvPr/>
        </p:nvSpPr>
        <p:spPr>
          <a:xfrm>
            <a:off x="4387663" y="5451741"/>
            <a:ext cx="396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3600" dirty="0">
                <a:sym typeface="Symbol" panose="05050102010706020507" pitchFamily="18" charset="2"/>
              </a:rPr>
              <a:t></a:t>
            </a:r>
            <a:endParaRPr lang="en-US" sz="3600" dirty="0"/>
          </a:p>
        </p:txBody>
      </p:sp>
      <p:sp>
        <p:nvSpPr>
          <p:cNvPr id="13" name="Rectangle 12"/>
          <p:cNvSpPr/>
          <p:nvPr/>
        </p:nvSpPr>
        <p:spPr>
          <a:xfrm>
            <a:off x="4368676" y="3571443"/>
            <a:ext cx="396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3600" dirty="0">
                <a:sym typeface="Symbol" panose="05050102010706020507" pitchFamily="18" charset="2"/>
              </a:rPr>
              <a:t>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0570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408</Words>
  <Application>Microsoft Office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Symbol</vt:lpstr>
      <vt:lpstr>verdana</vt:lpstr>
      <vt:lpstr>Office Theme</vt:lpstr>
      <vt:lpstr>Agenda</vt:lpstr>
      <vt:lpstr>Newton’s Laws of Motion Review</vt:lpstr>
      <vt:lpstr>PowerPoint Presentation</vt:lpstr>
      <vt:lpstr>PowerPoint Presentation</vt:lpstr>
      <vt:lpstr>PowerPoint Presentation</vt:lpstr>
      <vt:lpstr>Force of Gravity on Earth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Newton’s Laws of Motion Review</dc:title>
  <dc:creator>Peel District School Board</dc:creator>
  <cp:lastModifiedBy>Ryan, Linda</cp:lastModifiedBy>
  <cp:revision>13</cp:revision>
  <cp:lastPrinted>2016-03-11T14:21:13Z</cp:lastPrinted>
  <dcterms:created xsi:type="dcterms:W3CDTF">2012-10-10T21:32:00Z</dcterms:created>
  <dcterms:modified xsi:type="dcterms:W3CDTF">2016-03-11T14:21:25Z</dcterms:modified>
</cp:coreProperties>
</file>