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6" r:id="rId4"/>
    <p:sldId id="264" r:id="rId5"/>
    <p:sldId id="259" r:id="rId6"/>
    <p:sldId id="2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3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2BF30-29F6-4166-AB0B-F2AA69690E18}" type="datetimeFigureOut">
              <a:rPr lang="en-US" smtClean="0"/>
              <a:pPr/>
              <a:t>10/16/2019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367" y="-45030"/>
            <a:ext cx="7772400" cy="969959"/>
          </a:xfrm>
        </p:spPr>
        <p:txBody>
          <a:bodyPr/>
          <a:lstStyle/>
          <a:p>
            <a:r>
              <a:rPr lang="en-CA" dirty="0" smtClean="0"/>
              <a:t>Newton’s Laws of Motion Review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5551" y="697577"/>
            <a:ext cx="85011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First Law (The Law of Inertia):</a:t>
            </a:r>
          </a:p>
          <a:p>
            <a:r>
              <a:rPr lang="en-CA" sz="2800" dirty="0" smtClean="0"/>
              <a:t> If there is no net force on an object, then the object will maintain a state of </a:t>
            </a:r>
            <a:r>
              <a:rPr lang="en-CA" sz="2800" dirty="0" smtClean="0">
                <a:solidFill>
                  <a:srgbClr val="FF0000"/>
                </a:solidFill>
              </a:rPr>
              <a:t>_________</a:t>
            </a:r>
            <a:r>
              <a:rPr lang="en-CA" sz="2800" dirty="0" smtClean="0"/>
              <a:t>or </a:t>
            </a:r>
            <a:r>
              <a:rPr lang="en-CA" sz="2800" dirty="0" smtClean="0">
                <a:solidFill>
                  <a:srgbClr val="FF0000"/>
                </a:solidFill>
              </a:rPr>
              <a:t>_________________</a:t>
            </a:r>
            <a:endParaRPr lang="en-CA" sz="2800" dirty="0" smtClean="0"/>
          </a:p>
          <a:p>
            <a:r>
              <a:rPr lang="en-CA" sz="2800" dirty="0"/>
              <a:t> </a:t>
            </a:r>
            <a:r>
              <a:rPr lang="en-CA" sz="2800" dirty="0" smtClean="0"/>
              <a:t>                    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2986868"/>
            <a:ext cx="792961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Second Law:</a:t>
            </a:r>
          </a:p>
          <a:p>
            <a:r>
              <a:rPr lang="en-CA" sz="2800" dirty="0" smtClean="0"/>
              <a:t> If there is a net force acting on an object, then the object will accelerate in the direction of the net force.</a:t>
            </a:r>
          </a:p>
          <a:p>
            <a:r>
              <a:rPr lang="en-CA" sz="2800" dirty="0" smtClean="0"/>
              <a:t>The acceleration is directly proportional to the net force and inversely proportional to the object mass.</a:t>
            </a:r>
          </a:p>
          <a:p>
            <a:r>
              <a:rPr lang="en-CA" sz="2800" i="1" dirty="0" smtClean="0"/>
              <a:t>                     </a:t>
            </a:r>
            <a:endParaRPr lang="en-CA" sz="3200" b="1" i="1" dirty="0" smtClean="0"/>
          </a:p>
          <a:p>
            <a:r>
              <a:rPr lang="en-CA" sz="2800" i="1" dirty="0"/>
              <a:t>	</a:t>
            </a:r>
            <a:r>
              <a:rPr lang="en-CA" sz="2800" i="1" dirty="0" smtClean="0"/>
              <a:t>	</a:t>
            </a:r>
            <a:endParaRPr lang="en-CA" sz="800" i="1" dirty="0" smtClean="0"/>
          </a:p>
          <a:p>
            <a:r>
              <a:rPr lang="en-CA" sz="2800" i="1" dirty="0"/>
              <a:t> </a:t>
            </a:r>
            <a:r>
              <a:rPr lang="en-CA" sz="2800" i="1" dirty="0" smtClean="0"/>
              <a:t>				</a:t>
            </a:r>
            <a:endParaRPr lang="en-CA" sz="2800" dirty="0"/>
          </a:p>
        </p:txBody>
      </p:sp>
      <p:sp>
        <p:nvSpPr>
          <p:cNvPr id="14" name="Rectangle 13"/>
          <p:cNvSpPr/>
          <p:nvPr/>
        </p:nvSpPr>
        <p:spPr>
          <a:xfrm>
            <a:off x="3090172" y="5940827"/>
            <a:ext cx="3066004" cy="8005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411764" y="2204864"/>
            <a:ext cx="6803606" cy="786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  <p:sp>
        <p:nvSpPr>
          <p:cNvPr id="17" name="Rectangle 16"/>
          <p:cNvSpPr/>
          <p:nvPr/>
        </p:nvSpPr>
        <p:spPr>
          <a:xfrm>
            <a:off x="1415927" y="5094260"/>
            <a:ext cx="6803606" cy="786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442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50112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Third Law (Action-Reaction):</a:t>
            </a:r>
          </a:p>
          <a:p>
            <a:r>
              <a:rPr lang="en-CA" sz="2800" dirty="0" smtClean="0"/>
              <a:t> If object A exerts a force on object B, then object B exerts an equal and opposite force on object A. </a:t>
            </a:r>
          </a:p>
          <a:p>
            <a:endParaRPr lang="en-CA" sz="2800" i="1" dirty="0" smtClean="0"/>
          </a:p>
          <a:p>
            <a:r>
              <a:rPr lang="en-CA" sz="3600" i="1" dirty="0"/>
              <a:t> </a:t>
            </a:r>
            <a:r>
              <a:rPr lang="en-CA" sz="3600" i="1" dirty="0" smtClean="0"/>
              <a:t>                      </a:t>
            </a:r>
            <a:endParaRPr lang="en-CA" sz="3600" i="1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158" y="3286124"/>
            <a:ext cx="8929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1:  Applying Newton’s First Law:</a:t>
            </a:r>
          </a:p>
          <a:p>
            <a:r>
              <a:rPr lang="en-CA" b="1" dirty="0" smtClean="0"/>
              <a:t>Seatbelts are important safety devices in cars.  If a car moving on a highway  at 100 km/h Forward, comes to a sudden stop, we need seatbelts because the driver’s body will:</a:t>
            </a:r>
          </a:p>
          <a:p>
            <a:r>
              <a:rPr lang="en-CA" dirty="0" smtClean="0"/>
              <a:t>   a) Stop before the car stops and the seat will run into them</a:t>
            </a:r>
          </a:p>
          <a:p>
            <a:endParaRPr lang="en-CA" dirty="0" smtClean="0"/>
          </a:p>
          <a:p>
            <a:r>
              <a:rPr lang="en-CA" dirty="0" smtClean="0"/>
              <a:t>   b) Continue moving forward at 100 km/h when the car stops and will hit the dashboard</a:t>
            </a:r>
          </a:p>
          <a:p>
            <a:endParaRPr lang="en-CA" dirty="0" smtClean="0"/>
          </a:p>
          <a:p>
            <a:r>
              <a:rPr lang="en-CA" dirty="0" smtClean="0"/>
              <a:t>   c) Begin moving backwards when the car stops and will hit the back window</a:t>
            </a:r>
          </a:p>
          <a:p>
            <a:endParaRPr lang="en-CA" dirty="0" smtClean="0"/>
          </a:p>
          <a:p>
            <a:r>
              <a:rPr lang="en-CA" dirty="0" smtClean="0"/>
              <a:t>   d) Begin to accelerate forward when the car stops and will hit the dashboard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1098759" y="1756041"/>
            <a:ext cx="6803606" cy="13129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344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07" y="48293"/>
            <a:ext cx="8229600" cy="1143000"/>
          </a:xfrm>
        </p:spPr>
        <p:txBody>
          <a:bodyPr/>
          <a:lstStyle/>
          <a:p>
            <a:r>
              <a:rPr lang="en-CA" dirty="0" smtClean="0"/>
              <a:t>Force of Gravity on Earth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007" y="1064622"/>
            <a:ext cx="8229600" cy="2748565"/>
          </a:xfrm>
        </p:spPr>
        <p:txBody>
          <a:bodyPr/>
          <a:lstStyle/>
          <a:p>
            <a:r>
              <a:rPr lang="en-CA" dirty="0" smtClean="0"/>
              <a:t>There is a force of attraction between the Earth and all objects with mass near the Earth’s surface.  </a:t>
            </a:r>
          </a:p>
          <a:p>
            <a:r>
              <a:rPr lang="en-CA" dirty="0" smtClean="0"/>
              <a:t> To find the force of gravity due to the Earth, acting on an object of mass, m is: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415626" y="3550163"/>
            <a:ext cx="4455475" cy="2958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 smtClean="0"/>
              <a:t> </a:t>
            </a:r>
            <a:r>
              <a:rPr lang="en-CA" sz="2800" dirty="0" smtClean="0"/>
              <a:t>m is mass in kg</a:t>
            </a:r>
          </a:p>
          <a:p>
            <a:r>
              <a:rPr lang="en-CA" sz="2800" dirty="0"/>
              <a:t> </a:t>
            </a:r>
            <a:r>
              <a:rPr lang="en-CA" sz="2800" dirty="0" smtClean="0"/>
              <a:t>g is the gravitational field strength near the Earth’s surface  (9.80 N/kg [</a:t>
            </a:r>
            <a:r>
              <a:rPr lang="en-CA" sz="2800" dirty="0" err="1" smtClean="0"/>
              <a:t>toward’s</a:t>
            </a:r>
            <a:r>
              <a:rPr lang="en-CA" sz="2800" dirty="0" smtClean="0"/>
              <a:t> centre of Earth]</a:t>
            </a:r>
          </a:p>
          <a:p>
            <a:r>
              <a:rPr lang="en-CA" sz="2800" dirty="0"/>
              <a:t> </a:t>
            </a:r>
            <a:r>
              <a:rPr lang="en-CA" sz="2800" dirty="0" err="1" smtClean="0"/>
              <a:t>Fg</a:t>
            </a:r>
            <a:r>
              <a:rPr lang="en-CA" sz="2800" dirty="0" smtClean="0"/>
              <a:t> is the force in </a:t>
            </a:r>
            <a:r>
              <a:rPr lang="en-CA" sz="2800" dirty="0" err="1" smtClean="0"/>
              <a:t>Newtons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242969" y="3779324"/>
            <a:ext cx="3752967" cy="1665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7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CA" sz="2400" dirty="0" smtClean="0"/>
              <a:t>Newton’s Law Sample Question</a:t>
            </a:r>
            <a:r>
              <a:rPr lang="en-CA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08004"/>
            <a:ext cx="867645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dirty="0" smtClean="0"/>
              <a:t>A child on a toboggan (total mass 56.0 kg) is being pulled along level ground with an applied force of 85.0 N [East]. There is a force of kinetic friction of 67.0 N [West]. find:</a:t>
            </a:r>
          </a:p>
          <a:p>
            <a:pPr marL="514350" indent="-514350">
              <a:buAutoNum type="alphaLcParenR"/>
            </a:pPr>
            <a:r>
              <a:rPr lang="en-CA" sz="2800" dirty="0" smtClean="0"/>
              <a:t>The net force on the toboggan.</a:t>
            </a:r>
          </a:p>
          <a:p>
            <a:pPr marL="514350" indent="-514350">
              <a:buAutoNum type="alphaLcParenR"/>
            </a:pPr>
            <a:r>
              <a:rPr lang="en-CA" sz="2800" dirty="0" smtClean="0"/>
              <a:t>The toboggan’s state of motion (constant velocity or acceleration). If the toboggan is accelerating, determine the magnitude and direction of the acceleration.  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4989498"/>
            <a:ext cx="2674640" cy="1779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630932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 smtClean="0"/>
              <a:t>Ans</a:t>
            </a:r>
            <a:r>
              <a:rPr lang="en-CA" dirty="0" smtClean="0"/>
              <a:t>:  18.0 N [E],    0.321 m/s</a:t>
            </a:r>
            <a:r>
              <a:rPr lang="en-CA" baseline="30000" dirty="0" smtClean="0"/>
              <a:t>2</a:t>
            </a:r>
            <a:r>
              <a:rPr lang="en-CA" dirty="0" smtClean="0"/>
              <a:t> [E]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304800"/>
            <a:ext cx="7704856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Example </a:t>
            </a: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3: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According 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to Newton's second law of motion, acceleration is proportional to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net force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. That means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that if you keep the mass constant and DOUBLE the net force, the acceleration will</a:t>
            </a:r>
            <a:endParaRPr lang="en-US" sz="2800" b="1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Stay the same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half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twice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four times as large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1049" name="Picture 25" descr="http://highered.mheducation.com/olcweb/styles/shared/space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9338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DefaultOcx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HTMLOption1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HTMLOption2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HTMLOption3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HTMLOption4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HTMLOption5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HTMLOption6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HTMLOption7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2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4290"/>
            <a:ext cx="8929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</a:t>
            </a:r>
            <a:r>
              <a:rPr lang="en-CA" b="1" dirty="0" smtClean="0"/>
              <a:t>4:  </a:t>
            </a:r>
            <a:r>
              <a:rPr lang="en-CA" b="1" dirty="0" smtClean="0"/>
              <a:t>Applying Newton’s Third Law:</a:t>
            </a:r>
          </a:p>
          <a:p>
            <a:r>
              <a:rPr lang="en-CA" b="1" dirty="0" smtClean="0"/>
              <a:t>A child pulls a wagon applying a force of 55 N East on the wagon.  The force the wagon applies on the child is:</a:t>
            </a:r>
          </a:p>
          <a:p>
            <a:endParaRPr lang="en-CA" b="1" dirty="0" smtClean="0"/>
          </a:p>
          <a:p>
            <a:r>
              <a:rPr lang="en-CA" dirty="0" smtClean="0"/>
              <a:t>   	a) 55 N West if the wagon is moving at a constant velocity. </a:t>
            </a:r>
          </a:p>
          <a:p>
            <a:endParaRPr lang="en-CA" dirty="0" smtClean="0"/>
          </a:p>
          <a:p>
            <a:r>
              <a:rPr lang="en-CA" dirty="0" smtClean="0"/>
              <a:t>   	b) Less than 55 N West if the wagon is slowing down. </a:t>
            </a:r>
          </a:p>
          <a:p>
            <a:endParaRPr lang="en-CA" dirty="0" smtClean="0"/>
          </a:p>
          <a:p>
            <a:r>
              <a:rPr lang="en-CA" dirty="0" smtClean="0"/>
              <a:t>  	 c) More than 55 N West if the wagon is speeding up. </a:t>
            </a:r>
          </a:p>
          <a:p>
            <a:endParaRPr lang="en-CA" dirty="0" smtClean="0"/>
          </a:p>
          <a:p>
            <a:r>
              <a:rPr lang="en-CA" dirty="0" smtClean="0"/>
              <a:t>   	d) 55 N West regardless of the wagon’s speed.  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214250" y="3357562"/>
            <a:ext cx="8929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</a:t>
            </a:r>
            <a:r>
              <a:rPr lang="en-CA" b="1" dirty="0" smtClean="0"/>
              <a:t>5:  </a:t>
            </a:r>
            <a:r>
              <a:rPr lang="en-CA" b="1" dirty="0" smtClean="0"/>
              <a:t>Applying Newton’s Third Law:</a:t>
            </a:r>
          </a:p>
          <a:p>
            <a:r>
              <a:rPr lang="en-CA" b="1" dirty="0" smtClean="0"/>
              <a:t>Which diagram below correctly shows the action-reaction forces between the Earth and </a:t>
            </a:r>
          </a:p>
          <a:p>
            <a:r>
              <a:rPr lang="en-CA" b="1" dirty="0" smtClean="0"/>
              <a:t>an apple on a  tree? </a:t>
            </a:r>
          </a:p>
          <a:p>
            <a:endParaRPr lang="en-CA" b="1" dirty="0" smtClean="0"/>
          </a:p>
          <a:p>
            <a:r>
              <a:rPr lang="en-CA" dirty="0" smtClean="0"/>
              <a:t>   	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4287265"/>
            <a:ext cx="5429288" cy="257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512</Words>
  <Application>Microsoft Office PowerPoint</Application>
  <PresentationFormat>On-screen Show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verdana</vt:lpstr>
      <vt:lpstr>Office Theme</vt:lpstr>
      <vt:lpstr>Newton’s Laws of Motion Review</vt:lpstr>
      <vt:lpstr>PowerPoint Presentation</vt:lpstr>
      <vt:lpstr>Force of Gravity on Earth</vt:lpstr>
      <vt:lpstr>Newton’s Law Sample Question: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Laws of Motion Review</dc:title>
  <dc:creator>Peel District School Board</dc:creator>
  <cp:lastModifiedBy>Ryan, Linda</cp:lastModifiedBy>
  <cp:revision>26</cp:revision>
  <dcterms:created xsi:type="dcterms:W3CDTF">2012-10-10T21:32:00Z</dcterms:created>
  <dcterms:modified xsi:type="dcterms:W3CDTF">2019-10-16T23:03:51Z</dcterms:modified>
</cp:coreProperties>
</file>